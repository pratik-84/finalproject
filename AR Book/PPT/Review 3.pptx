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7"/>
  </p:notesMasterIdLst>
  <p:sldIdLst>
    <p:sldId id="256" r:id="rId2"/>
    <p:sldId id="296" r:id="rId3"/>
    <p:sldId id="290" r:id="rId4"/>
    <p:sldId id="380" r:id="rId5"/>
    <p:sldId id="29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96DCA-412B-4F41-BE5D-060EE541A684}" v="16" dt="2025-05-15T10:15:41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1" autoAdjust="0"/>
  </p:normalViewPr>
  <p:slideViewPr>
    <p:cSldViewPr snapToGrid="0" snapToObjects="1">
      <p:cViewPr varScale="1">
        <p:scale>
          <a:sx n="74" d="100"/>
          <a:sy n="74" d="100"/>
        </p:scale>
        <p:origin x="14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kumar Meshram" userId="beda912a44c3bd53" providerId="LiveId" clId="{94BF17D0-9C22-42BB-90CE-2802540F37A2}"/>
    <pc:docChg chg="undo redo custSel addSld delSld modSld">
      <pc:chgData name="Chetankumar Meshram" userId="beda912a44c3bd53" providerId="LiveId" clId="{94BF17D0-9C22-42BB-90CE-2802540F37A2}" dt="2024-11-18T12:49:58.399" v="341" actId="1076"/>
      <pc:docMkLst>
        <pc:docMk/>
      </pc:docMkLst>
      <pc:sldChg chg="modSp mod">
        <pc:chgData name="Chetankumar Meshram" userId="beda912a44c3bd53" providerId="LiveId" clId="{94BF17D0-9C22-42BB-90CE-2802540F37A2}" dt="2024-11-17T10:23:23.815" v="206" actId="20577"/>
        <pc:sldMkLst>
          <pc:docMk/>
          <pc:sldMk cId="0" sldId="256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57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268737690" sldId="261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1737071275" sldId="263"/>
        </pc:sldMkLst>
      </pc:sldChg>
      <pc:sldChg chg="modSp mod">
        <pc:chgData name="Chetankumar Meshram" userId="beda912a44c3bd53" providerId="LiveId" clId="{94BF17D0-9C22-42BB-90CE-2802540F37A2}" dt="2024-11-17T10:15:27.145" v="184" actId="20577"/>
        <pc:sldMkLst>
          <pc:docMk/>
          <pc:sldMk cId="3748543186" sldId="265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1708541467" sldId="266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83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84"/>
        </pc:sldMkLst>
      </pc:sldChg>
      <pc:sldChg chg="modSp">
        <pc:chgData name="Chetankumar Meshram" userId="beda912a44c3bd53" providerId="LiveId" clId="{94BF17D0-9C22-42BB-90CE-2802540F37A2}" dt="2024-11-18T12:49:16.506" v="337"/>
        <pc:sldMkLst>
          <pc:docMk/>
          <pc:sldMk cId="0" sldId="285"/>
        </pc:sldMkLst>
      </pc:sldChg>
      <pc:sldChg chg="addSp delSp modSp mod">
        <pc:chgData name="Chetankumar Meshram" userId="beda912a44c3bd53" providerId="LiveId" clId="{94BF17D0-9C22-42BB-90CE-2802540F37A2}" dt="2024-11-18T12:49:58.399" v="341" actId="1076"/>
        <pc:sldMkLst>
          <pc:docMk/>
          <pc:sldMk cId="2259280586" sldId="286"/>
        </pc:sldMkLst>
      </pc:sldChg>
      <pc:sldChg chg="modSp">
        <pc:chgData name="Chetankumar Meshram" userId="beda912a44c3bd53" providerId="LiveId" clId="{94BF17D0-9C22-42BB-90CE-2802540F37A2}" dt="2024-11-18T12:49:16.506" v="337"/>
        <pc:sldMkLst>
          <pc:docMk/>
          <pc:sldMk cId="415469074" sldId="287"/>
        </pc:sldMkLst>
      </pc:sldChg>
      <pc:sldChg chg="addSp delSp delDesignElem">
        <pc:chgData name="Chetankumar Meshram" userId="beda912a44c3bd53" providerId="LiveId" clId="{94BF17D0-9C22-42BB-90CE-2802540F37A2}" dt="2024-11-18T12:49:16.506" v="337"/>
        <pc:sldMkLst>
          <pc:docMk/>
          <pc:sldMk cId="131032014" sldId="288"/>
        </pc:sldMkLst>
      </pc:sldChg>
      <pc:sldChg chg="addSp delSp delDesignElem">
        <pc:chgData name="Chetankumar Meshram" userId="beda912a44c3bd53" providerId="LiveId" clId="{94BF17D0-9C22-42BB-90CE-2802540F37A2}" dt="2024-11-18T12:49:16.506" v="337"/>
        <pc:sldMkLst>
          <pc:docMk/>
          <pc:sldMk cId="2950535021" sldId="289"/>
        </pc:sldMkLst>
      </pc:sldChg>
      <pc:sldChg chg="add">
        <pc:chgData name="Chetankumar Meshram" userId="beda912a44c3bd53" providerId="LiveId" clId="{94BF17D0-9C22-42BB-90CE-2802540F37A2}" dt="2024-11-18T06:07:47.105" v="211"/>
        <pc:sldMkLst>
          <pc:docMk/>
          <pc:sldMk cId="412147105" sldId="290"/>
        </pc:sldMkLst>
      </pc:sldChg>
      <pc:sldChg chg="del">
        <pc:chgData name="Chetankumar Meshram" userId="beda912a44c3bd53" providerId="LiveId" clId="{94BF17D0-9C22-42BB-90CE-2802540F37A2}" dt="2024-11-17T10:15:12.212" v="183" actId="47"/>
        <pc:sldMkLst>
          <pc:docMk/>
          <pc:sldMk cId="3555698597" sldId="290"/>
        </pc:sldMkLst>
      </pc:sldChg>
      <pc:sldChg chg="del">
        <pc:chgData name="Chetankumar Meshram" userId="beda912a44c3bd53" providerId="LiveId" clId="{94BF17D0-9C22-42BB-90CE-2802540F37A2}" dt="2024-11-17T09:49:29.192" v="0" actId="47"/>
        <pc:sldMkLst>
          <pc:docMk/>
          <pc:sldMk cId="2205994442" sldId="291"/>
        </pc:sldMkLst>
      </pc:sldChg>
      <pc:sldChg chg="addSp delSp modSp mod">
        <pc:chgData name="Chetankumar Meshram" userId="beda912a44c3bd53" providerId="LiveId" clId="{94BF17D0-9C22-42BB-90CE-2802540F37A2}" dt="2024-11-18T12:44:05.782" v="291" actId="1076"/>
        <pc:sldMkLst>
          <pc:docMk/>
          <pc:sldMk cId="12524872" sldId="292"/>
        </pc:sldMkLst>
      </pc:sldChg>
      <pc:sldChg chg="delSp modSp new mod">
        <pc:chgData name="Chetankumar Meshram" userId="beda912a44c3bd53" providerId="LiveId" clId="{94BF17D0-9C22-42BB-90CE-2802540F37A2}" dt="2024-11-17T09:50:28.602" v="18" actId="1076"/>
        <pc:sldMkLst>
          <pc:docMk/>
          <pc:sldMk cId="3871306399" sldId="293"/>
        </pc:sldMkLst>
      </pc:sldChg>
      <pc:sldChg chg="addSp delSp modSp new del mod">
        <pc:chgData name="Chetankumar Meshram" userId="beda912a44c3bd53" providerId="LiveId" clId="{94BF17D0-9C22-42BB-90CE-2802540F37A2}" dt="2024-11-18T08:28:16.290" v="271" actId="47"/>
        <pc:sldMkLst>
          <pc:docMk/>
          <pc:sldMk cId="2420584415" sldId="294"/>
        </pc:sldMkLst>
      </pc:sldChg>
      <pc:sldChg chg="modSp new mod">
        <pc:chgData name="Chetankumar Meshram" userId="beda912a44c3bd53" providerId="LiveId" clId="{94BF17D0-9C22-42BB-90CE-2802540F37A2}" dt="2024-11-18T12:49:16.506" v="337"/>
        <pc:sldMkLst>
          <pc:docMk/>
          <pc:sldMk cId="3232167049" sldId="295"/>
        </pc:sldMkLst>
      </pc:sldChg>
      <pc:sldChg chg="add">
        <pc:chgData name="Chetankumar Meshram" userId="beda912a44c3bd53" providerId="LiveId" clId="{94BF17D0-9C22-42BB-90CE-2802540F37A2}" dt="2024-11-18T06:07:47.105" v="211"/>
        <pc:sldMkLst>
          <pc:docMk/>
          <pc:sldMk cId="293427239" sldId="296"/>
        </pc:sldMkLst>
      </pc:sldChg>
      <pc:sldChg chg="addSp modSp new mod">
        <pc:chgData name="Chetankumar Meshram" userId="beda912a44c3bd53" providerId="LiveId" clId="{94BF17D0-9C22-42BB-90CE-2802540F37A2}" dt="2024-11-18T12:47:38.652" v="305" actId="6549"/>
        <pc:sldMkLst>
          <pc:docMk/>
          <pc:sldMk cId="3515565342" sldId="297"/>
        </pc:sldMkLst>
      </pc:sldChg>
    </pc:docChg>
  </pc:docChgLst>
  <pc:docChgLst>
    <pc:chgData name="HIMANSHU SHARMA" userId="d4b128edbff74741" providerId="LiveId" clId="{12296DCA-412B-4F41-BE5D-060EE541A684}"/>
    <pc:docChg chg="undo custSel addSld delSld modSld sldOrd">
      <pc:chgData name="HIMANSHU SHARMA" userId="d4b128edbff74741" providerId="LiveId" clId="{12296DCA-412B-4F41-BE5D-060EE541A684}" dt="2025-05-15T10:19:10.650" v="902" actId="1076"/>
      <pc:docMkLst>
        <pc:docMk/>
      </pc:docMkLst>
      <pc:sldChg chg="modSp add del mod ord">
        <pc:chgData name="HIMANSHU SHARMA" userId="d4b128edbff74741" providerId="LiveId" clId="{12296DCA-412B-4F41-BE5D-060EE541A684}" dt="2025-05-15T10:19:10.650" v="902" actId="1076"/>
        <pc:sldMkLst>
          <pc:docMk/>
          <pc:sldMk cId="0" sldId="256"/>
        </pc:sldMkLst>
        <pc:spChg chg="mod">
          <ac:chgData name="HIMANSHU SHARMA" userId="d4b128edbff74741" providerId="LiveId" clId="{12296DCA-412B-4F41-BE5D-060EE541A684}" dt="2025-05-15T10:19:10.650" v="90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8:46.823" v="900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HIMANSHU SHARMA" userId="d4b128edbff74741" providerId="LiveId" clId="{12296DCA-412B-4F41-BE5D-060EE541A684}" dt="2025-05-14T05:03:16.902" v="42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9:02.576" v="901" actId="403"/>
          <ac:spMkLst>
            <pc:docMk/>
            <pc:sldMk cId="0" sldId="256"/>
            <ac:spMk id="11" creationId="{00000000-0000-0000-0000-000000000000}"/>
          </ac:spMkLst>
        </pc:spChg>
      </pc:sldChg>
      <pc:sldChg chg="del">
        <pc:chgData name="HIMANSHU SHARMA" userId="d4b128edbff74741" providerId="LiveId" clId="{12296DCA-412B-4F41-BE5D-060EE541A684}" dt="2025-05-14T05:06:19.935" v="422" actId="2696"/>
        <pc:sldMkLst>
          <pc:docMk/>
          <pc:sldMk cId="1269203354" sldId="281"/>
        </pc:sldMkLst>
      </pc:sldChg>
      <pc:sldChg chg="del">
        <pc:chgData name="HIMANSHU SHARMA" userId="d4b128edbff74741" providerId="LiveId" clId="{12296DCA-412B-4F41-BE5D-060EE541A684}" dt="2025-05-14T05:10:38.686" v="426" actId="47"/>
        <pc:sldMkLst>
          <pc:docMk/>
          <pc:sldMk cId="0" sldId="284"/>
        </pc:sldMkLst>
      </pc:sldChg>
      <pc:sldChg chg="modSp add mod ord">
        <pc:chgData name="HIMANSHU SHARMA" userId="d4b128edbff74741" providerId="LiveId" clId="{12296DCA-412B-4F41-BE5D-060EE541A684}" dt="2025-05-15T10:17:38.685" v="867" actId="20577"/>
        <pc:sldMkLst>
          <pc:docMk/>
          <pc:sldMk cId="0" sldId="290"/>
        </pc:sldMkLst>
        <pc:spChg chg="mod">
          <ac:chgData name="HIMANSHU SHARMA" userId="d4b128edbff74741" providerId="LiveId" clId="{12296DCA-412B-4F41-BE5D-060EE541A684}" dt="2025-05-15T10:17:38.685" v="867" actId="20577"/>
          <ac:spMkLst>
            <pc:docMk/>
            <pc:sldMk cId="0" sldId="290"/>
            <ac:spMk id="2" creationId="{00000000-0000-0000-0000-000000000000}"/>
          </ac:spMkLst>
        </pc:spChg>
      </pc:sldChg>
      <pc:sldChg chg="modSp mod">
        <pc:chgData name="HIMANSHU SHARMA" userId="d4b128edbff74741" providerId="LiveId" clId="{12296DCA-412B-4F41-BE5D-060EE541A684}" dt="2025-05-15T10:17:16.776" v="866" actId="1076"/>
        <pc:sldMkLst>
          <pc:docMk/>
          <pc:sldMk cId="3871306399" sldId="293"/>
        </pc:sldMkLst>
        <pc:spChg chg="mod">
          <ac:chgData name="HIMANSHU SHARMA" userId="d4b128edbff74741" providerId="LiveId" clId="{12296DCA-412B-4F41-BE5D-060EE541A684}" dt="2025-05-15T10:17:16.776" v="866" actId="1076"/>
          <ac:spMkLst>
            <pc:docMk/>
            <pc:sldMk cId="3871306399" sldId="293"/>
            <ac:spMk id="2" creationId="{07CAD6F9-C932-69C1-D612-0DE4B5E9F9B3}"/>
          </ac:spMkLst>
        </pc:spChg>
      </pc:sldChg>
      <pc:sldChg chg="add ord">
        <pc:chgData name="HIMANSHU SHARMA" userId="d4b128edbff74741" providerId="LiveId" clId="{12296DCA-412B-4F41-BE5D-060EE541A684}" dt="2025-05-15T10:14:43.729" v="844"/>
        <pc:sldMkLst>
          <pc:docMk/>
          <pc:sldMk cId="0" sldId="296"/>
        </pc:sldMkLst>
      </pc:sldChg>
      <pc:sldChg chg="del">
        <pc:chgData name="HIMANSHU SHARMA" userId="d4b128edbff74741" providerId="LiveId" clId="{12296DCA-412B-4F41-BE5D-060EE541A684}" dt="2025-05-14T05:10:40.832" v="427" actId="47"/>
        <pc:sldMkLst>
          <pc:docMk/>
          <pc:sldMk cId="3441216645" sldId="301"/>
        </pc:sldMkLst>
      </pc:sldChg>
      <pc:sldChg chg="del">
        <pc:chgData name="HIMANSHU SHARMA" userId="d4b128edbff74741" providerId="LiveId" clId="{12296DCA-412B-4F41-BE5D-060EE541A684}" dt="2025-05-15T10:14:25.774" v="841" actId="47"/>
        <pc:sldMkLst>
          <pc:docMk/>
          <pc:sldMk cId="2203385863" sldId="302"/>
        </pc:sldMkLst>
      </pc:sldChg>
      <pc:sldChg chg="del">
        <pc:chgData name="HIMANSHU SHARMA" userId="d4b128edbff74741" providerId="LiveId" clId="{12296DCA-412B-4F41-BE5D-060EE541A684}" dt="2025-05-15T10:14:25.774" v="841" actId="47"/>
        <pc:sldMkLst>
          <pc:docMk/>
          <pc:sldMk cId="2037103302" sldId="303"/>
        </pc:sldMkLst>
      </pc:sldChg>
      <pc:sldChg chg="modSp add del mod ord">
        <pc:chgData name="HIMANSHU SHARMA" userId="d4b128edbff74741" providerId="LiveId" clId="{12296DCA-412B-4F41-BE5D-060EE541A684}" dt="2025-05-15T10:16:06.150" v="853" actId="47"/>
        <pc:sldMkLst>
          <pc:docMk/>
          <pc:sldMk cId="0" sldId="379"/>
        </pc:sldMkLst>
        <pc:spChg chg="mod">
          <ac:chgData name="HIMANSHU SHARMA" userId="d4b128edbff74741" providerId="LiveId" clId="{12296DCA-412B-4F41-BE5D-060EE541A684}" dt="2025-05-15T10:08:17.470" v="780" actId="403"/>
          <ac:spMkLst>
            <pc:docMk/>
            <pc:sldMk cId="0" sldId="379"/>
            <ac:spMk id="2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09:06.189" v="786"/>
          <ac:spMkLst>
            <pc:docMk/>
            <pc:sldMk cId="0" sldId="379"/>
            <ac:spMk id="4" creationId="{00000000-0000-0000-0000-000000000000}"/>
          </ac:spMkLst>
        </pc:spChg>
        <pc:graphicFrameChg chg="mod modGraphic">
          <ac:chgData name="HIMANSHU SHARMA" userId="d4b128edbff74741" providerId="LiveId" clId="{12296DCA-412B-4F41-BE5D-060EE541A684}" dt="2025-05-15T10:08:40.029" v="783" actId="1076"/>
          <ac:graphicFrameMkLst>
            <pc:docMk/>
            <pc:sldMk cId="0" sldId="379"/>
            <ac:graphicFrameMk id="7" creationId="{00000000-0000-0000-0000-000000000000}"/>
          </ac:graphicFrameMkLst>
        </pc:graphicFrameChg>
      </pc:sldChg>
      <pc:sldChg chg="modSp add del mod">
        <pc:chgData name="HIMANSHU SHARMA" userId="d4b128edbff74741" providerId="LiveId" clId="{12296DCA-412B-4F41-BE5D-060EE541A684}" dt="2025-05-15T10:14:25.774" v="841" actId="47"/>
        <pc:sldMkLst>
          <pc:docMk/>
          <pc:sldMk cId="0" sldId="380"/>
        </pc:sldMkLst>
        <pc:spChg chg="mod">
          <ac:chgData name="HIMANSHU SHARMA" userId="d4b128edbff74741" providerId="LiveId" clId="{12296DCA-412B-4F41-BE5D-060EE541A684}" dt="2025-05-15T10:10:50.042" v="825" actId="403"/>
          <ac:spMkLst>
            <pc:docMk/>
            <pc:sldMk cId="0" sldId="380"/>
            <ac:spMk id="2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0:25.284" v="822" actId="403"/>
          <ac:spMkLst>
            <pc:docMk/>
            <pc:sldMk cId="0" sldId="380"/>
            <ac:spMk id="4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1:23.654" v="837" actId="5793"/>
          <ac:spMkLst>
            <pc:docMk/>
            <pc:sldMk cId="0" sldId="380"/>
            <ac:spMk id="5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1:35.706" v="838" actId="1076"/>
          <ac:spMkLst>
            <pc:docMk/>
            <pc:sldMk cId="0" sldId="380"/>
            <ac:spMk id="7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1:41.530" v="839" actId="1076"/>
          <ac:spMkLst>
            <pc:docMk/>
            <pc:sldMk cId="0" sldId="380"/>
            <ac:spMk id="8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0:07.760" v="818" actId="122"/>
          <ac:spMkLst>
            <pc:docMk/>
            <pc:sldMk cId="0" sldId="380"/>
            <ac:spMk id="9" creationId="{00000000-0000-0000-0000-000000000000}"/>
          </ac:spMkLst>
        </pc:spChg>
        <pc:spChg chg="mod">
          <ac:chgData name="HIMANSHU SHARMA" userId="d4b128edbff74741" providerId="LiveId" clId="{12296DCA-412B-4F41-BE5D-060EE541A684}" dt="2025-05-15T10:10:38.235" v="824" actId="403"/>
          <ac:spMkLst>
            <pc:docMk/>
            <pc:sldMk cId="0" sldId="380"/>
            <ac:spMk id="11" creationId="{00000000-0000-0000-0000-000000000000}"/>
          </ac:spMkLst>
        </pc:spChg>
        <pc:picChg chg="mod">
          <ac:chgData name="HIMANSHU SHARMA" userId="d4b128edbff74741" providerId="LiveId" clId="{12296DCA-412B-4F41-BE5D-060EE541A684}" dt="2025-05-15T10:11:43.330" v="840" actId="1076"/>
          <ac:picMkLst>
            <pc:docMk/>
            <pc:sldMk cId="0" sldId="380"/>
            <ac:picMk id="6" creationId="{00000000-0000-0000-0000-000000000000}"/>
          </ac:picMkLst>
        </pc:picChg>
      </pc:sldChg>
      <pc:sldChg chg="addSp delSp modSp new mod">
        <pc:chgData name="HIMANSHU SHARMA" userId="d4b128edbff74741" providerId="LiveId" clId="{12296DCA-412B-4F41-BE5D-060EE541A684}" dt="2025-05-15T10:16:41.962" v="861" actId="1076"/>
        <pc:sldMkLst>
          <pc:docMk/>
          <pc:sldMk cId="1623724998" sldId="380"/>
        </pc:sldMkLst>
        <pc:spChg chg="add mod">
          <ac:chgData name="HIMANSHU SHARMA" userId="d4b128edbff74741" providerId="LiveId" clId="{12296DCA-412B-4F41-BE5D-060EE541A684}" dt="2025-05-15T10:16:37.482" v="860" actId="1076"/>
          <ac:spMkLst>
            <pc:docMk/>
            <pc:sldMk cId="1623724998" sldId="380"/>
            <ac:spMk id="2" creationId="{F6911864-BA01-B4C8-578E-A7B699916317}"/>
          </ac:spMkLst>
        </pc:spChg>
        <pc:spChg chg="add del mod">
          <ac:chgData name="HIMANSHU SHARMA" userId="d4b128edbff74741" providerId="LiveId" clId="{12296DCA-412B-4F41-BE5D-060EE541A684}" dt="2025-05-15T10:15:57.290" v="850" actId="478"/>
          <ac:spMkLst>
            <pc:docMk/>
            <pc:sldMk cId="1623724998" sldId="380"/>
            <ac:spMk id="4" creationId="{477C651A-5340-3791-CD74-08D9C6F32809}"/>
          </ac:spMkLst>
        </pc:spChg>
        <pc:graphicFrameChg chg="add mod modGraphic">
          <ac:chgData name="HIMANSHU SHARMA" userId="d4b128edbff74741" providerId="LiveId" clId="{12296DCA-412B-4F41-BE5D-060EE541A684}" dt="2025-05-15T10:16:41.962" v="861" actId="1076"/>
          <ac:graphicFrameMkLst>
            <pc:docMk/>
            <pc:sldMk cId="1623724998" sldId="380"/>
            <ac:graphicFrameMk id="3" creationId="{67219335-CF44-535C-C580-9886E7D17719}"/>
          </ac:graphicFrameMkLst>
        </pc:graphicFrameChg>
      </pc:sldChg>
      <pc:sldChg chg="new del">
        <pc:chgData name="HIMANSHU SHARMA" userId="d4b128edbff74741" providerId="LiveId" clId="{12296DCA-412B-4F41-BE5D-060EE541A684}" dt="2025-05-14T05:17:36.410" v="729" actId="47"/>
        <pc:sldMkLst>
          <pc:docMk/>
          <pc:sldMk cId="1540952832" sldId="381"/>
        </pc:sldMkLst>
      </pc:sldChg>
      <pc:sldChg chg="add del">
        <pc:chgData name="HIMANSHU SHARMA" userId="d4b128edbff74741" providerId="LiveId" clId="{12296DCA-412B-4F41-BE5D-060EE541A684}" dt="2025-05-14T05:17:34.757" v="728" actId="47"/>
        <pc:sldMkLst>
          <pc:docMk/>
          <pc:sldMk cId="0" sldId="382"/>
        </pc:sldMkLst>
      </pc:sldChg>
      <pc:sldChg chg="add del">
        <pc:chgData name="HIMANSHU SHARMA" userId="d4b128edbff74741" providerId="LiveId" clId="{12296DCA-412B-4F41-BE5D-060EE541A684}" dt="2025-05-14T05:17:34.757" v="728" actId="47"/>
        <pc:sldMkLst>
          <pc:docMk/>
          <pc:sldMk cId="0" sldId="383"/>
        </pc:sldMkLst>
      </pc:sldChg>
      <pc:sldMasterChg chg="addSldLayout delSldLayout">
        <pc:chgData name="HIMANSHU SHARMA" userId="d4b128edbff74741" providerId="LiveId" clId="{12296DCA-412B-4F41-BE5D-060EE541A684}" dt="2025-05-15T10:16:06.150" v="853" actId="47"/>
        <pc:sldMasterMkLst>
          <pc:docMk/>
          <pc:sldMasterMk cId="393546924" sldId="2147483704"/>
        </pc:sldMasterMkLst>
        <pc:sldLayoutChg chg="add del">
          <pc:chgData name="HIMANSHU SHARMA" userId="d4b128edbff74741" providerId="LiveId" clId="{12296DCA-412B-4F41-BE5D-060EE541A684}" dt="2025-05-15T10:16:06.150" v="853" actId="47"/>
          <pc:sldLayoutMkLst>
            <pc:docMk/>
            <pc:sldMasterMk cId="393546924" sldId="2147483704"/>
            <pc:sldLayoutMk cId="885856407" sldId="2147483716"/>
          </pc:sldLayoutMkLst>
        </pc:sldLayoutChg>
      </pc:sldMasterChg>
    </pc:docChg>
  </pc:docChgLst>
  <pc:docChgLst>
    <pc:chgData name="HIMANSHU SHARMA" userId="d4b128edbff74741" providerId="LiveId" clId="{C9D58F74-8DAA-4E8B-9580-A788A114BB7C}"/>
    <pc:docChg chg="undo custSel addSld delSld modSld">
      <pc:chgData name="HIMANSHU SHARMA" userId="d4b128edbff74741" providerId="LiveId" clId="{C9D58F74-8DAA-4E8B-9580-A788A114BB7C}" dt="2025-03-19T05:14:23.436" v="840" actId="404"/>
      <pc:docMkLst>
        <pc:docMk/>
      </pc:docMkLst>
      <pc:sldChg chg="modSp mod">
        <pc:chgData name="HIMANSHU SHARMA" userId="d4b128edbff74741" providerId="LiveId" clId="{C9D58F74-8DAA-4E8B-9580-A788A114BB7C}" dt="2025-03-19T05:14:23.436" v="840" actId="404"/>
        <pc:sldMkLst>
          <pc:docMk/>
          <pc:sldMk cId="0" sldId="256"/>
        </pc:sldMkLst>
      </pc:sldChg>
      <pc:sldChg chg="del">
        <pc:chgData name="HIMANSHU SHARMA" userId="d4b128edbff74741" providerId="LiveId" clId="{C9D58F74-8DAA-4E8B-9580-A788A114BB7C}" dt="2025-03-19T04:52:02.422" v="714" actId="2696"/>
        <pc:sldMkLst>
          <pc:docMk/>
          <pc:sldMk cId="0" sldId="257"/>
        </pc:sldMkLst>
      </pc:sldChg>
      <pc:sldChg chg="add">
        <pc:chgData name="HIMANSHU SHARMA" userId="d4b128edbff74741" providerId="LiveId" clId="{C9D58F74-8DAA-4E8B-9580-A788A114BB7C}" dt="2025-03-19T04:55:07.250" v="716"/>
        <pc:sldMkLst>
          <pc:docMk/>
          <pc:sldMk cId="0" sldId="259"/>
        </pc:sldMkLst>
      </pc:sldChg>
      <pc:sldChg chg="modSp del mod">
        <pc:chgData name="HIMANSHU SHARMA" userId="d4b128edbff74741" providerId="LiveId" clId="{C9D58F74-8DAA-4E8B-9580-A788A114BB7C}" dt="2025-03-18T05:12:23.236" v="692" actId="2696"/>
        <pc:sldMkLst>
          <pc:docMk/>
          <pc:sldMk cId="268737690" sldId="261"/>
        </pc:sldMkLst>
      </pc:sldChg>
      <pc:sldChg chg="modSp del mod">
        <pc:chgData name="HIMANSHU SHARMA" userId="d4b128edbff74741" providerId="LiveId" clId="{C9D58F74-8DAA-4E8B-9580-A788A114BB7C}" dt="2025-03-18T05:12:18.955" v="691" actId="2696"/>
        <pc:sldMkLst>
          <pc:docMk/>
          <pc:sldMk cId="770759904" sldId="262"/>
        </pc:sldMkLst>
      </pc:sldChg>
      <pc:sldChg chg="del">
        <pc:chgData name="HIMANSHU SHARMA" userId="d4b128edbff74741" providerId="LiveId" clId="{C9D58F74-8DAA-4E8B-9580-A788A114BB7C}" dt="2025-03-18T05:12:25.447" v="693" actId="47"/>
        <pc:sldMkLst>
          <pc:docMk/>
          <pc:sldMk cId="1737071275" sldId="263"/>
        </pc:sldMkLst>
      </pc:sldChg>
      <pc:sldChg chg="del">
        <pc:chgData name="HIMANSHU SHARMA" userId="d4b128edbff74741" providerId="LiveId" clId="{C9D58F74-8DAA-4E8B-9580-A788A114BB7C}" dt="2025-03-18T05:12:27.188" v="694" actId="47"/>
        <pc:sldMkLst>
          <pc:docMk/>
          <pc:sldMk cId="1521059292" sldId="264"/>
        </pc:sldMkLst>
      </pc:sldChg>
      <pc:sldChg chg="del">
        <pc:chgData name="HIMANSHU SHARMA" userId="d4b128edbff74741" providerId="LiveId" clId="{C9D58F74-8DAA-4E8B-9580-A788A114BB7C}" dt="2025-03-18T05:12:29.427" v="695" actId="47"/>
        <pc:sldMkLst>
          <pc:docMk/>
          <pc:sldMk cId="3748543186" sldId="265"/>
        </pc:sldMkLst>
      </pc:sldChg>
      <pc:sldChg chg="del">
        <pc:chgData name="HIMANSHU SHARMA" userId="d4b128edbff74741" providerId="LiveId" clId="{C9D58F74-8DAA-4E8B-9580-A788A114BB7C}" dt="2025-03-18T05:19:30.669" v="711" actId="2696"/>
        <pc:sldMkLst>
          <pc:docMk/>
          <pc:sldMk cId="1708541467" sldId="266"/>
        </pc:sldMkLst>
      </pc:sldChg>
      <pc:sldChg chg="del">
        <pc:chgData name="HIMANSHU SHARMA" userId="d4b128edbff74741" providerId="LiveId" clId="{C9D58F74-8DAA-4E8B-9580-A788A114BB7C}" dt="2025-03-19T04:55:18.389" v="718" actId="2696"/>
        <pc:sldMkLst>
          <pc:docMk/>
          <pc:sldMk cId="1447469239" sldId="267"/>
        </pc:sldMkLst>
      </pc:sldChg>
      <pc:sldChg chg="modSp mod">
        <pc:chgData name="HIMANSHU SHARMA" userId="d4b128edbff74741" providerId="LiveId" clId="{C9D58F74-8DAA-4E8B-9580-A788A114BB7C}" dt="2025-03-18T04:40:00.588" v="49" actId="20577"/>
        <pc:sldMkLst>
          <pc:docMk/>
          <pc:sldMk cId="2659290531" sldId="280"/>
        </pc:sldMkLst>
      </pc:sldChg>
      <pc:sldChg chg="modSp mod">
        <pc:chgData name="HIMANSHU SHARMA" userId="d4b128edbff74741" providerId="LiveId" clId="{C9D58F74-8DAA-4E8B-9580-A788A114BB7C}" dt="2025-03-18T04:56:26.081" v="121" actId="20577"/>
        <pc:sldMkLst>
          <pc:docMk/>
          <pc:sldMk cId="0" sldId="285"/>
        </pc:sldMkLst>
      </pc:sldChg>
      <pc:sldChg chg="del">
        <pc:chgData name="HIMANSHU SHARMA" userId="d4b128edbff74741" providerId="LiveId" clId="{C9D58F74-8DAA-4E8B-9580-A788A114BB7C}" dt="2025-03-19T04:51:52.977" v="712" actId="2696"/>
        <pc:sldMkLst>
          <pc:docMk/>
          <pc:sldMk cId="2259280586" sldId="286"/>
        </pc:sldMkLst>
      </pc:sldChg>
      <pc:sldChg chg="modSp mod">
        <pc:chgData name="HIMANSHU SHARMA" userId="d4b128edbff74741" providerId="LiveId" clId="{C9D58F74-8DAA-4E8B-9580-A788A114BB7C}" dt="2025-03-18T04:43:08.482" v="70" actId="20577"/>
        <pc:sldMkLst>
          <pc:docMk/>
          <pc:sldMk cId="415469074" sldId="287"/>
        </pc:sldMkLst>
      </pc:sldChg>
      <pc:sldChg chg="addSp delSp modSp mod">
        <pc:chgData name="HIMANSHU SHARMA" userId="d4b128edbff74741" providerId="LiveId" clId="{C9D58F74-8DAA-4E8B-9580-A788A114BB7C}" dt="2025-03-18T05:16:37.870" v="703" actId="14100"/>
        <pc:sldMkLst>
          <pc:docMk/>
          <pc:sldMk cId="131032014" sldId="288"/>
        </pc:sldMkLst>
      </pc:sldChg>
      <pc:sldChg chg="addSp delSp modSp mod">
        <pc:chgData name="HIMANSHU SHARMA" userId="d4b128edbff74741" providerId="LiveId" clId="{C9D58F74-8DAA-4E8B-9580-A788A114BB7C}" dt="2025-03-18T05:17:11.479" v="709" actId="14100"/>
        <pc:sldMkLst>
          <pc:docMk/>
          <pc:sldMk cId="2950535021" sldId="289"/>
        </pc:sldMkLst>
      </pc:sldChg>
      <pc:sldChg chg="del">
        <pc:chgData name="HIMANSHU SHARMA" userId="d4b128edbff74741" providerId="LiveId" clId="{C9D58F74-8DAA-4E8B-9580-A788A114BB7C}" dt="2025-03-19T04:55:33.863" v="719" actId="2696"/>
        <pc:sldMkLst>
          <pc:docMk/>
          <pc:sldMk cId="3232167049" sldId="295"/>
        </pc:sldMkLst>
      </pc:sldChg>
      <pc:sldChg chg="del">
        <pc:chgData name="HIMANSHU SHARMA" userId="d4b128edbff74741" providerId="LiveId" clId="{C9D58F74-8DAA-4E8B-9580-A788A114BB7C}" dt="2025-03-19T04:51:56.492" v="713" actId="2696"/>
        <pc:sldMkLst>
          <pc:docMk/>
          <pc:sldMk cId="3515565342" sldId="297"/>
        </pc:sldMkLst>
      </pc:sldChg>
      <pc:sldChg chg="addSp delSp modSp new mod">
        <pc:chgData name="HIMANSHU SHARMA" userId="d4b128edbff74741" providerId="LiveId" clId="{C9D58F74-8DAA-4E8B-9580-A788A114BB7C}" dt="2025-03-18T05:18:50.817" v="710" actId="1076"/>
        <pc:sldMkLst>
          <pc:docMk/>
          <pc:sldMk cId="1605409067" sldId="298"/>
        </pc:sldMkLst>
      </pc:sldChg>
      <pc:sldChg chg="addSp delSp modSp new mod">
        <pc:chgData name="HIMANSHU SHARMA" userId="d4b128edbff74741" providerId="LiveId" clId="{C9D58F74-8DAA-4E8B-9580-A788A114BB7C}" dt="2025-03-18T05:11:28.878" v="689" actId="20577"/>
        <pc:sldMkLst>
          <pc:docMk/>
          <pc:sldMk cId="1980070015" sldId="299"/>
        </pc:sldMkLst>
      </pc:sldChg>
      <pc:sldChg chg="new del">
        <pc:chgData name="HIMANSHU SHARMA" userId="d4b128edbff74741" providerId="LiveId" clId="{C9D58F74-8DAA-4E8B-9580-A788A114BB7C}" dt="2025-03-19T04:55:11.120" v="717" actId="2696"/>
        <pc:sldMkLst>
          <pc:docMk/>
          <pc:sldMk cId="26153151" sldId="300"/>
        </pc:sldMkLst>
      </pc:sldChg>
      <pc:sldChg chg="addSp modSp new mod">
        <pc:chgData name="HIMANSHU SHARMA" userId="d4b128edbff74741" providerId="LiveId" clId="{C9D58F74-8DAA-4E8B-9580-A788A114BB7C}" dt="2025-03-19T05:02:07.092" v="736" actId="14100"/>
        <pc:sldMkLst>
          <pc:docMk/>
          <pc:sldMk cId="1355727748" sldId="300"/>
        </pc:sldMkLst>
      </pc:sldChg>
      <pc:sldChg chg="addSp delSp modSp new mod">
        <pc:chgData name="HIMANSHU SHARMA" userId="d4b128edbff74741" providerId="LiveId" clId="{C9D58F74-8DAA-4E8B-9580-A788A114BB7C}" dt="2025-03-19T05:06:13.322" v="747" actId="14100"/>
        <pc:sldMkLst>
          <pc:docMk/>
          <pc:sldMk cId="2643253852" sldId="301"/>
        </pc:sldMkLst>
      </pc:sldChg>
      <pc:sldChg chg="addSp modSp new mod">
        <pc:chgData name="HIMANSHU SHARMA" userId="d4b128edbff74741" providerId="LiveId" clId="{C9D58F74-8DAA-4E8B-9580-A788A114BB7C}" dt="2025-03-19T05:11:01.001" v="756" actId="14100"/>
        <pc:sldMkLst>
          <pc:docMk/>
          <pc:sldMk cId="1479874383" sldId="302"/>
        </pc:sldMkLst>
      </pc:sldChg>
      <pc:sldChg chg="addSp modSp new mod">
        <pc:chgData name="HIMANSHU SHARMA" userId="d4b128edbff74741" providerId="LiveId" clId="{C9D58F74-8DAA-4E8B-9580-A788A114BB7C}" dt="2025-03-19T05:09:47.565" v="752" actId="14100"/>
        <pc:sldMkLst>
          <pc:docMk/>
          <pc:sldMk cId="3682902763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3EBB-4D44-432B-AC36-98B1149439B3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CE7BD-4196-45C0-B58D-4C323B5AD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9823-ABAD-1601-4E8B-8DEE67E71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A1C3F-17D7-C5B0-AD59-36631ACCB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98A7B-3BBF-524F-5F22-254E492E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C4D2-D878-3E3C-34A4-B3EF7806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5CFE-5597-54CB-E02F-CCD4B778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5689-4D4A-B51C-29BD-22C44E98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F75FB-FB26-3B31-009B-3214199CD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6E0F-CD5B-7AA5-2FCA-95C1292C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F4783-BAD7-F3C5-588E-352AB364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D7FB-3698-D5EC-3B85-883C8883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F5BF-461F-D7A0-E498-F43CE0EC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6C396-3B76-FDC8-4528-4908BAE75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ADB28-8E79-1659-05AC-EA708331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C154F-C8E0-7C83-99DD-387EC6C1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56500-9E1E-A5F3-DFB9-B8381B63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4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167B-ED4D-6D5D-36AB-7DD97607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047FE-DA89-A6CB-BF55-5D2E44905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E2195-B156-B55C-0D2A-F5DEA98BD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BDBEB-2D3B-E983-3B52-B199221F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6188A-4BC5-97CB-41CE-96B9BD49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397FD-E711-7E16-E737-2C471EF1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8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C40D-D187-B2BA-B4FB-F8E0F662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D8795-FD97-9446-6FA8-D271DEFB9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B48D7-C7DC-4D3F-8409-81F0F7130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48491-6A6B-55EA-474E-671334222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DA60A-67EF-4C20-C68D-6C7D8C0C6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2E2A4-C475-48C4-D0DE-E8DCC218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4B98A-BA90-91FE-C7FF-023394EF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167ECA-662A-B030-257A-F1F995CE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1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7C9C-344E-AA2B-A209-E84B6C5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09607-5C4F-0377-3CA9-3262600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5A7D6-860B-3ADA-B23D-B4B89858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EC426-B812-F997-2C8B-3B0F0A73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6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D29BE-1CFF-CE9D-E2C5-34FE6988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3ADA1-82FD-EC3A-81D2-A7E5F5E1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5A79F-00CE-C8B5-F5E7-33B97974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6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11C2-AFC1-9DC2-57EF-29D8BCA5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B8B23-F079-9707-5B99-5B921A1E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3515A-5D36-5050-D4FF-99D8C5AA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0189F-C814-B384-2DAE-539EF0BC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28956-E8C6-E3D6-4688-3B3BED16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D5A7C-9B21-FA06-9782-7D3A7CF6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2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190A-3C5D-3A95-F2EC-B3E1E4D6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27E3F-CA6E-EF26-D20D-2CAC98087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09E9D-1E98-4AB8-F44E-0E7323605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563F8-071D-5706-53EC-7081BF46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C141A-58DA-C2E2-7356-C635BFD8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E6AA-5AAF-F1F0-DC1A-67ECDA1D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6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E5AF-4FAE-CA9A-40FA-0675534D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AA521-4D0C-C13C-217E-66C58E4F4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CC424-E24B-C440-FEE0-3F55DAAA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714E-AD74-CA49-D4DA-FE064987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17126-FFF3-4B14-32AC-D6A4657D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3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F0A7C-DF6F-0884-0829-AA5EB199D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BC043-D784-E34B-AA8D-7CFB4C7F3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26FC-2001-1131-8027-77DCF8D5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C8E81-9964-B43F-D794-66D940A7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2F59-892F-8B6D-3889-1DD6BDA6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06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FCC-C93B-6F68-5883-A7A9A0D5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C2E5B-FBAE-AF75-CCA5-947C133BD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E8C50-29F7-B62C-4632-CF262533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1143-E74A-4B42-B781-0E1E30A66EC4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69CE-798C-093C-944B-3AE996E7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D7B8-34C9-14B0-7AAD-EA5BD18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375A-CB76-4CBB-8EDE-F53DBAD9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05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296BC-B539-F353-79D8-479BD815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A4D47-BEA1-DFCB-827F-D1E462B3F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4B96-967A-D33A-1E35-4C5482F0C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7F27D-1C36-4453-84AD-CB2072D94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1EB4-BF16-56FA-105C-1C8957F90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379029" y="2421463"/>
            <a:ext cx="4461669" cy="1496099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1275080" marR="1262380" algn="ctr">
              <a:lnSpc>
                <a:spcPct val="156000"/>
              </a:lnSpc>
              <a:spcBef>
                <a:spcPts val="60"/>
              </a:spcBef>
            </a:pPr>
            <a:r>
              <a:rPr lang="en-US" sz="1400" b="1" dirty="0">
                <a:latin typeface="Arial" panose="020B0604020202020204"/>
                <a:cs typeface="Arial" panose="020B0604020202020204"/>
              </a:rPr>
              <a:t>REVIEW 3 PROGRESS</a:t>
            </a:r>
          </a:p>
          <a:p>
            <a:pPr marL="1275080" marR="1262380" algn="ctr">
              <a:lnSpc>
                <a:spcPct val="156000"/>
              </a:lnSpc>
              <a:spcBef>
                <a:spcPts val="60"/>
              </a:spcBef>
            </a:pPr>
            <a:r>
              <a:rPr lang="en-US" sz="1400" b="1" dirty="0">
                <a:latin typeface="Arial" panose="020B0604020202020204"/>
                <a:cs typeface="Arial" panose="020B0604020202020204"/>
              </a:rPr>
              <a:t>Demo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SEMINAR</a:t>
            </a:r>
            <a:r>
              <a:rPr sz="14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ON</a:t>
            </a:r>
            <a:r>
              <a:rPr sz="1595" b="1" spc="-31" dirty="0">
                <a:latin typeface="Arial" panose="020B0604020202020204"/>
                <a:cs typeface="Arial" panose="020B0604020202020204"/>
              </a:rPr>
              <a:t>:</a:t>
            </a:r>
            <a:endParaRPr sz="1595" dirty="0">
              <a:latin typeface="Arial" panose="020B0604020202020204"/>
              <a:cs typeface="Arial" panose="020B0604020202020204"/>
            </a:endParaRPr>
          </a:p>
          <a:p>
            <a:pPr algn="ctr">
              <a:spcBef>
                <a:spcPts val="1055"/>
              </a:spcBef>
            </a:pPr>
            <a:r>
              <a:rPr lang="en-US" sz="2000" b="1" dirty="0" err="1"/>
              <a:t>BookAR</a:t>
            </a:r>
            <a:r>
              <a:rPr lang="en-US" sz="2000" dirty="0"/>
              <a:t>: Augmented Reality Experience for Traditional Books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1836" y="1325294"/>
            <a:ext cx="1103233" cy="109616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92917" y="441815"/>
            <a:ext cx="7633891" cy="315792"/>
          </a:xfrm>
          <a:prstGeom prst="rect">
            <a:avLst/>
          </a:prstGeom>
        </p:spPr>
        <p:txBody>
          <a:bodyPr vert="horz" wrap="square" lIns="0" tIns="7938" rIns="0" bIns="0" rtlCol="0" anchor="ctr">
            <a:spAutoFit/>
          </a:bodyPr>
          <a:lstStyle/>
          <a:p>
            <a:pPr marL="8255">
              <a:spcBef>
                <a:spcPts val="65"/>
              </a:spcBef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Rajiv</a:t>
            </a:r>
            <a:r>
              <a:rPr sz="2000" spc="-69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Gandhi</a:t>
            </a:r>
            <a:r>
              <a:rPr sz="2000" spc="-78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College</a:t>
            </a:r>
            <a:r>
              <a:rPr sz="2000" spc="-78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-44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Engineering,</a:t>
            </a:r>
            <a:r>
              <a:rPr sz="2000" spc="-7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2000" spc="-7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spc="-66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6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Technology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121" y="925046"/>
            <a:ext cx="4839097" cy="253739"/>
          </a:xfrm>
          <a:prstGeom prst="rect">
            <a:avLst/>
          </a:prstGeom>
        </p:spPr>
        <p:txBody>
          <a:bodyPr vert="horz" wrap="square" lIns="0" tIns="8334" rIns="0" bIns="0" rtlCol="0">
            <a:spAutoFit/>
          </a:bodyPr>
          <a:lstStyle/>
          <a:p>
            <a:pPr marL="8255">
              <a:spcBef>
                <a:spcPts val="65"/>
              </a:spcBef>
            </a:pPr>
            <a:r>
              <a:rPr sz="1595" b="1" dirty="0">
                <a:latin typeface="Arial" panose="020B0604020202020204"/>
                <a:cs typeface="Arial" panose="020B0604020202020204"/>
              </a:rPr>
              <a:t>Department</a:t>
            </a:r>
            <a:r>
              <a:rPr sz="1595" b="1" spc="-47" dirty="0">
                <a:latin typeface="Arial" panose="020B0604020202020204"/>
                <a:cs typeface="Arial" panose="020B0604020202020204"/>
              </a:rPr>
              <a:t> </a:t>
            </a:r>
            <a:r>
              <a:rPr sz="1595" b="1" dirty="0">
                <a:latin typeface="Arial" panose="020B0604020202020204"/>
                <a:cs typeface="Arial" panose="020B0604020202020204"/>
              </a:rPr>
              <a:t>of</a:t>
            </a:r>
            <a:r>
              <a:rPr sz="1595" b="1" spc="-56" dirty="0">
                <a:latin typeface="Arial" panose="020B0604020202020204"/>
                <a:cs typeface="Arial" panose="020B0604020202020204"/>
              </a:rPr>
              <a:t> </a:t>
            </a:r>
            <a:r>
              <a:rPr sz="1595" b="1" dirty="0">
                <a:latin typeface="Arial" panose="020B0604020202020204"/>
                <a:cs typeface="Arial" panose="020B0604020202020204"/>
              </a:rPr>
              <a:t>Computer</a:t>
            </a:r>
            <a:r>
              <a:rPr sz="1595" b="1" spc="-34" dirty="0">
                <a:latin typeface="Arial" panose="020B0604020202020204"/>
                <a:cs typeface="Arial" panose="020B0604020202020204"/>
              </a:rPr>
              <a:t> </a:t>
            </a:r>
            <a:r>
              <a:rPr sz="1595" b="1" dirty="0">
                <a:latin typeface="Arial" panose="020B0604020202020204"/>
                <a:cs typeface="Arial" panose="020B0604020202020204"/>
              </a:rPr>
              <a:t>Science</a:t>
            </a:r>
            <a:r>
              <a:rPr sz="1595" b="1" spc="-38" dirty="0">
                <a:latin typeface="Arial" panose="020B0604020202020204"/>
                <a:cs typeface="Arial" panose="020B0604020202020204"/>
              </a:rPr>
              <a:t> </a:t>
            </a:r>
            <a:r>
              <a:rPr sz="1595" b="1" dirty="0">
                <a:latin typeface="Arial" panose="020B0604020202020204"/>
                <a:cs typeface="Arial" panose="020B0604020202020204"/>
              </a:rPr>
              <a:t>and</a:t>
            </a:r>
            <a:r>
              <a:rPr sz="1595" b="1" spc="-63" dirty="0">
                <a:latin typeface="Arial" panose="020B0604020202020204"/>
                <a:cs typeface="Arial" panose="020B0604020202020204"/>
              </a:rPr>
              <a:t> </a:t>
            </a:r>
            <a:r>
              <a:rPr sz="1595" b="1" spc="-6" dirty="0">
                <a:latin typeface="Arial" panose="020B0604020202020204"/>
                <a:cs typeface="Arial" panose="020B0604020202020204"/>
              </a:rPr>
              <a:t>Engineering</a:t>
            </a:r>
            <a:endParaRPr sz="15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8923" y="3951161"/>
            <a:ext cx="1699629" cy="1788824"/>
          </a:xfrm>
          <a:prstGeom prst="rect">
            <a:avLst/>
          </a:prstGeom>
        </p:spPr>
        <p:txBody>
          <a:bodyPr vert="horz" wrap="square" lIns="0" tIns="7938" rIns="0" bIns="0" rtlCol="0">
            <a:spAutoFit/>
          </a:bodyPr>
          <a:lstStyle/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sz="1190" b="1" dirty="0">
                <a:latin typeface="Arial" panose="020B0604020202020204"/>
                <a:cs typeface="Arial" panose="020B0604020202020204"/>
              </a:rPr>
              <a:t>Presented</a:t>
            </a:r>
            <a:r>
              <a:rPr sz="1190" b="1" spc="-81" dirty="0">
                <a:latin typeface="Arial" panose="020B0604020202020204"/>
                <a:cs typeface="Arial" panose="020B0604020202020204"/>
              </a:rPr>
              <a:t> </a:t>
            </a:r>
            <a:r>
              <a:rPr sz="1190" b="1" dirty="0">
                <a:latin typeface="Arial" panose="020B0604020202020204"/>
                <a:cs typeface="Arial" panose="020B0604020202020204"/>
              </a:rPr>
              <a:t>By</a:t>
            </a:r>
            <a:r>
              <a:rPr sz="1190" b="1" spc="-63" dirty="0">
                <a:latin typeface="Arial" panose="020B0604020202020204"/>
                <a:cs typeface="Arial" panose="020B0604020202020204"/>
              </a:rPr>
              <a:t> </a:t>
            </a:r>
            <a:r>
              <a:rPr sz="1190" b="1" spc="-31" dirty="0">
                <a:latin typeface="Arial" panose="020B0604020202020204"/>
                <a:cs typeface="Arial" panose="020B0604020202020204"/>
              </a:rPr>
              <a:t>:</a:t>
            </a:r>
            <a:endParaRPr lang="en-US" sz="1190" b="1" spc="-31" dirty="0">
              <a:latin typeface="Arial" panose="020B0604020202020204"/>
              <a:cs typeface="Arial" panose="020B0604020202020204"/>
            </a:endParaRPr>
          </a:p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lang="en-US" sz="1190" b="1" spc="-19" dirty="0">
                <a:latin typeface="Arial MT"/>
                <a:cs typeface="Arial" panose="020B0604020202020204"/>
              </a:rPr>
              <a:t>Gaurav </a:t>
            </a:r>
            <a:r>
              <a:rPr lang="en-US" sz="1190" b="1" spc="-19" dirty="0" err="1">
                <a:latin typeface="Arial MT"/>
                <a:cs typeface="Arial" panose="020B0604020202020204"/>
              </a:rPr>
              <a:t>Khadilkar</a:t>
            </a:r>
            <a:r>
              <a:rPr sz="1190" b="1" spc="-6" dirty="0">
                <a:latin typeface="Arial MT"/>
                <a:cs typeface="Arial MT"/>
              </a:rPr>
              <a:t> </a:t>
            </a:r>
            <a:endParaRPr lang="en-US" sz="1190" b="1" spc="-6" dirty="0">
              <a:latin typeface="Arial MT"/>
              <a:cs typeface="Arial MT"/>
            </a:endParaRPr>
          </a:p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lang="en-US" sz="1190" b="1" spc="-22" dirty="0">
                <a:latin typeface="Arial MT"/>
                <a:cs typeface="Arial MT"/>
              </a:rPr>
              <a:t>Pratik </a:t>
            </a:r>
            <a:r>
              <a:rPr lang="en-US" sz="1190" b="1" spc="-22" dirty="0" err="1">
                <a:latin typeface="Arial MT"/>
                <a:cs typeface="Arial MT"/>
              </a:rPr>
              <a:t>Khairwar</a:t>
            </a:r>
            <a:r>
              <a:rPr sz="1190" b="1" spc="-6" dirty="0">
                <a:latin typeface="Arial MT"/>
                <a:cs typeface="Arial MT"/>
              </a:rPr>
              <a:t> </a:t>
            </a:r>
            <a:endParaRPr lang="en-US" sz="1190" b="1" spc="-6" dirty="0">
              <a:latin typeface="Arial MT"/>
              <a:cs typeface="Arial MT"/>
            </a:endParaRPr>
          </a:p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lang="en-US" sz="1190" b="1" spc="-19" dirty="0">
                <a:latin typeface="Arial MT"/>
                <a:cs typeface="Arial MT"/>
              </a:rPr>
              <a:t>Chetankumar Meshram</a:t>
            </a:r>
            <a:endParaRPr lang="en-US" sz="1190" b="1" spc="-6" dirty="0">
              <a:latin typeface="Arial MT"/>
              <a:cs typeface="Arial MT"/>
            </a:endParaRPr>
          </a:p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lang="en-US" sz="1190" b="1" spc="-22" dirty="0">
                <a:latin typeface="Arial MT"/>
                <a:cs typeface="Arial MT"/>
              </a:rPr>
              <a:t>Himanshu Sharma</a:t>
            </a:r>
            <a:endParaRPr lang="en-US" sz="1190" b="1" spc="-16" dirty="0">
              <a:latin typeface="Arial MT"/>
              <a:cs typeface="Arial MT"/>
            </a:endParaRPr>
          </a:p>
          <a:p>
            <a:pPr marL="8255" marR="3175">
              <a:lnSpc>
                <a:spcPct val="160000"/>
              </a:lnSpc>
              <a:spcBef>
                <a:spcPts val="65"/>
              </a:spcBef>
            </a:pPr>
            <a:r>
              <a:rPr sz="1190" b="1" spc="-16" dirty="0">
                <a:latin typeface="Arial MT"/>
                <a:cs typeface="Arial MT"/>
              </a:rPr>
              <a:t> </a:t>
            </a:r>
            <a:r>
              <a:rPr lang="en-US" sz="1190" b="1" spc="-22" dirty="0">
                <a:latin typeface="Arial MT"/>
                <a:cs typeface="Arial MT"/>
              </a:rPr>
              <a:t>Kaivalya </a:t>
            </a:r>
            <a:r>
              <a:rPr lang="en-US" sz="1190" b="1" spc="-22" dirty="0" err="1">
                <a:latin typeface="Arial MT"/>
                <a:cs typeface="Arial MT"/>
              </a:rPr>
              <a:t>Tannirwa</a:t>
            </a:r>
            <a:r>
              <a:rPr lang="en-US" sz="1190" spc="-22" dirty="0" err="1">
                <a:latin typeface="Arial MT"/>
                <a:cs typeface="Arial MT"/>
              </a:rPr>
              <a:t>r</a:t>
            </a:r>
            <a:endParaRPr sz="119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3518" y="4267482"/>
            <a:ext cx="694928" cy="143138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8255" marR="3175" indent="27305" algn="just">
              <a:lnSpc>
                <a:spcPct val="160000"/>
              </a:lnSpc>
              <a:spcBef>
                <a:spcPts val="55"/>
              </a:spcBef>
            </a:pPr>
            <a:r>
              <a:rPr sz="1190" b="1" spc="-22" dirty="0">
                <a:latin typeface="Arial MT"/>
                <a:cs typeface="Arial MT"/>
              </a:rPr>
              <a:t>CSE</a:t>
            </a:r>
            <a:r>
              <a:rPr lang="en-US" sz="1190" b="1" spc="-22" dirty="0">
                <a:latin typeface="Arial MT"/>
                <a:cs typeface="Arial MT"/>
              </a:rPr>
              <a:t>B802</a:t>
            </a:r>
            <a:r>
              <a:rPr sz="1190" b="1" spc="-22" dirty="0">
                <a:latin typeface="Arial MT"/>
                <a:cs typeface="Arial MT"/>
              </a:rPr>
              <a:t> </a:t>
            </a:r>
            <a:r>
              <a:rPr sz="1190" b="1" spc="-6" dirty="0">
                <a:latin typeface="Arial MT"/>
                <a:cs typeface="Arial MT"/>
              </a:rPr>
              <a:t>CSE</a:t>
            </a:r>
            <a:r>
              <a:rPr lang="en-US" sz="1190" b="1" spc="-6" dirty="0">
                <a:latin typeface="Arial MT"/>
                <a:cs typeface="Arial MT"/>
              </a:rPr>
              <a:t>B803</a:t>
            </a:r>
            <a:r>
              <a:rPr sz="1190" b="1" spc="-6" dirty="0">
                <a:latin typeface="Arial MT"/>
                <a:cs typeface="Arial MT"/>
              </a:rPr>
              <a:t> CSE</a:t>
            </a:r>
            <a:r>
              <a:rPr lang="en-US" sz="1190" b="1" spc="-6" dirty="0">
                <a:latin typeface="Arial MT"/>
                <a:cs typeface="Arial MT"/>
              </a:rPr>
              <a:t>B814</a:t>
            </a:r>
            <a:r>
              <a:rPr sz="1190" b="1" spc="-6" dirty="0">
                <a:latin typeface="Arial MT"/>
                <a:cs typeface="Arial MT"/>
              </a:rPr>
              <a:t> CSEB</a:t>
            </a:r>
            <a:r>
              <a:rPr lang="en-US" sz="1190" b="1" spc="-6" dirty="0">
                <a:latin typeface="Arial MT"/>
                <a:cs typeface="Arial MT"/>
              </a:rPr>
              <a:t>844</a:t>
            </a:r>
            <a:r>
              <a:rPr sz="1190" b="1" spc="-6" dirty="0">
                <a:latin typeface="Arial MT"/>
                <a:cs typeface="Arial MT"/>
              </a:rPr>
              <a:t> CSE</a:t>
            </a:r>
            <a:r>
              <a:rPr lang="en-US" sz="1190" b="1" spc="-6" dirty="0">
                <a:latin typeface="Arial MT"/>
                <a:cs typeface="Arial MT"/>
              </a:rPr>
              <a:t>A850</a:t>
            </a:r>
            <a:endParaRPr sz="1190" b="1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7625" y="5932954"/>
            <a:ext cx="2861072" cy="223058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8255">
              <a:spcBef>
                <a:spcPts val="60"/>
              </a:spcBef>
            </a:pPr>
            <a:r>
              <a:rPr sz="1400" b="1" spc="-25" dirty="0">
                <a:latin typeface="Arial" panose="020B0604020202020204"/>
                <a:cs typeface="Arial" panose="020B0604020202020204"/>
              </a:rPr>
              <a:t>Project</a:t>
            </a:r>
            <a:r>
              <a:rPr sz="1400" b="1" spc="-47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31" dirty="0">
                <a:latin typeface="Arial" panose="020B0604020202020204"/>
                <a:cs typeface="Arial" panose="020B0604020202020204"/>
              </a:rPr>
              <a:t>In-</a:t>
            </a:r>
            <a:r>
              <a:rPr sz="1400" b="1" spc="-25" dirty="0">
                <a:latin typeface="Arial" panose="020B0604020202020204"/>
                <a:cs typeface="Arial" panose="020B0604020202020204"/>
              </a:rPr>
              <a:t>charge</a:t>
            </a:r>
            <a:r>
              <a:rPr sz="1400" b="1" spc="-53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:</a:t>
            </a:r>
            <a:r>
              <a:rPr lang="en-IN" sz="1400" b="1" spc="-28" dirty="0">
                <a:latin typeface="Arial MT"/>
                <a:cs typeface="Arial" panose="020B0604020202020204"/>
              </a:rPr>
              <a:t> </a:t>
            </a:r>
            <a:r>
              <a:rPr lang="en-IN" sz="1400" spc="-28" dirty="0" err="1">
                <a:latin typeface="Arial MT"/>
                <a:cs typeface="Arial" panose="020B0604020202020204"/>
              </a:rPr>
              <a:t>Dr.</a:t>
            </a:r>
            <a:r>
              <a:rPr lang="en-IN" sz="1400" spc="-28" dirty="0">
                <a:latin typeface="Arial MT"/>
                <a:cs typeface="Arial" panose="020B0604020202020204"/>
              </a:rPr>
              <a:t> Manisha </a:t>
            </a:r>
            <a:r>
              <a:rPr lang="en-IN" sz="1200" spc="-28" dirty="0" err="1">
                <a:latin typeface="Arial MT"/>
                <a:cs typeface="Arial" panose="020B0604020202020204"/>
              </a:rPr>
              <a:t>Pise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917" y="5858888"/>
            <a:ext cx="3071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Guided By </a:t>
            </a:r>
            <a:r>
              <a:rPr lang="en-US" sz="1400" dirty="0"/>
              <a:t>: </a:t>
            </a:r>
            <a:r>
              <a:rPr lang="en-IN" sz="1400" spc="-47" dirty="0" err="1">
                <a:latin typeface="Arial MT"/>
                <a:cs typeface="Arial MT"/>
              </a:rPr>
              <a:t>Dr.</a:t>
            </a:r>
            <a:r>
              <a:rPr lang="en-IN" sz="1400" spc="-53" dirty="0">
                <a:latin typeface="Arial MT"/>
                <a:cs typeface="Arial MT"/>
              </a:rPr>
              <a:t> </a:t>
            </a:r>
            <a:r>
              <a:rPr lang="en-IN" sz="1400" spc="-22" dirty="0">
                <a:latin typeface="Arial MT"/>
                <a:cs typeface="Arial MT"/>
              </a:rPr>
              <a:t>Nitin</a:t>
            </a:r>
            <a:r>
              <a:rPr lang="en-IN" sz="1400" spc="-47" dirty="0">
                <a:latin typeface="Arial MT"/>
                <a:cs typeface="Arial MT"/>
              </a:rPr>
              <a:t> </a:t>
            </a:r>
            <a:r>
              <a:rPr lang="en-IN" sz="1400" spc="-28" dirty="0" err="1">
                <a:latin typeface="Arial MT"/>
                <a:cs typeface="Arial MT"/>
              </a:rPr>
              <a:t>Janwe</a:t>
            </a:r>
            <a:r>
              <a:rPr lang="en-IN" sz="1400" spc="-41" dirty="0">
                <a:latin typeface="Arial MT"/>
                <a:cs typeface="Arial MT"/>
              </a:rPr>
              <a:t> </a:t>
            </a:r>
            <a:endParaRPr lang="en-IN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3518481" y="6123376"/>
            <a:ext cx="21827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Dr</a:t>
            </a:r>
            <a:r>
              <a:rPr lang="en-IN" sz="1600" spc="-47" dirty="0">
                <a:latin typeface="Arial MT"/>
                <a:cs typeface="Arial MT"/>
              </a:rPr>
              <a:t>.</a:t>
            </a:r>
            <a:r>
              <a:rPr lang="en-IN" sz="1600" spc="-53" dirty="0">
                <a:latin typeface="Arial MT"/>
                <a:cs typeface="Arial MT"/>
              </a:rPr>
              <a:t> </a:t>
            </a:r>
            <a:r>
              <a:rPr lang="en-IN" sz="1400" spc="-22" dirty="0">
                <a:latin typeface="Arial MT"/>
                <a:cs typeface="Arial MT"/>
              </a:rPr>
              <a:t>Nitin</a:t>
            </a:r>
            <a:r>
              <a:rPr lang="en-IN" sz="1400" spc="-47" dirty="0">
                <a:latin typeface="Arial MT"/>
                <a:cs typeface="Arial MT"/>
              </a:rPr>
              <a:t> </a:t>
            </a:r>
            <a:r>
              <a:rPr lang="en-IN" sz="1400" spc="-28" dirty="0" err="1">
                <a:latin typeface="Arial MT"/>
                <a:cs typeface="Arial MT"/>
              </a:rPr>
              <a:t>Janwe</a:t>
            </a:r>
            <a:r>
              <a:rPr lang="en-IN" sz="1400" spc="-41" dirty="0">
                <a:latin typeface="Arial MT"/>
                <a:cs typeface="Arial MT"/>
              </a:rPr>
              <a:t> </a:t>
            </a:r>
            <a:endParaRPr lang="en-IN" sz="1400" spc="-16" dirty="0">
              <a:latin typeface="Arial MT"/>
              <a:cs typeface="Arial MT"/>
            </a:endParaRPr>
          </a:p>
          <a:p>
            <a:r>
              <a:rPr lang="en-IN" sz="1400" spc="-16" dirty="0">
                <a:latin typeface="Arial MT"/>
              </a:rPr>
              <a:t>HOD , CSE Dept.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7819" y="127819"/>
            <a:ext cx="9016181" cy="6554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Rajiv Gandhi College of Engineering, Research &amp; Technology, Chandrapur </a:t>
            </a:r>
          </a:p>
          <a:p>
            <a:pPr algn="ctr" defTabSz="457200"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&amp; Engineering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Institute Vision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be on forefront to impart quality education to address societal and industrial needs and imbibe career skills through perseverance and practice.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Institute Mission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M1. To adapt innovative student centric learning methods based on understanding and practice.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M2.To enhance professional and entrepreneurial skills.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M3.To motivate students to meet dynamic needs of the society with novelty and creativity.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M4.To promote research and continuing education to keep the country ahead.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M5.To promote the mindset to acquire local solutions to local problems (LS2LP). Department Vision To be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centre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excellence in Computer Science &amp; Engineering by imparting knowledge, professional skills and human values.</a:t>
            </a:r>
          </a:p>
          <a:p>
            <a:pPr algn="just" defTabSz="457200"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Department Mission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M1. To create encouraging learning environment by adapting innovative student centric learning methods promoting quality education and research.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M2. To make students competent professionals and entrepreneurs by imparting career skills and ethics.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M3. To impart quality industry oriented education through industrial internships, industrial projects and partnering with industries to make students corporate ready.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amme Educational Objectives…"/>
          <p:cNvSpPr txBox="1"/>
          <p:nvPr/>
        </p:nvSpPr>
        <p:spPr>
          <a:xfrm>
            <a:off x="0" y="387719"/>
            <a:ext cx="9144000" cy="6524859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Programe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Educational Objectives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PEO1: Impart quality industry oriented education, strong fundamentals and problem solving approach through student centric learning methods for product development and handle real time problems.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PEO2: Possess good communication skills and ethics in line with corporate environments to serve the industry &amp; society.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PEO3: Create Competent Professionals &amp; entrepreneurs by imparting Career skills, leadership qualities and research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457200"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Program Specific Outcomes: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PSO1: Foundation of Computer System: Ability to understand the principles and working of computer systems. Students can assess the hardware and software aspects of computer systems.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PSO2: Foundations of Software development: Ability to understand the structure and development methodologies of software systems. Possess professional skills and knowledge of software design process. Familiarity and practical competence with a range of programming languages and platforms like Cloud Computing, Web based and Mobile applications, Image and Video Processing, Artificial Intelligence &amp; Machine Learning.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PSO3: Foundation of mathematical concepts: Ability to apply mathematical methodologies to solve computational tasks, model real world problems using appropriate data structures and suitable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1864-BA01-B4C8-578E-A7B699916317}"/>
              </a:ext>
            </a:extLst>
          </p:cNvPr>
          <p:cNvSpPr txBox="1">
            <a:spLocks/>
          </p:cNvSpPr>
          <p:nvPr/>
        </p:nvSpPr>
        <p:spPr>
          <a:xfrm>
            <a:off x="630140" y="767231"/>
            <a:ext cx="7883720" cy="7595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Module’s progress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67219335-CF44-535C-C580-9886E7D177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473818"/>
              </p:ext>
            </p:extLst>
          </p:nvPr>
        </p:nvGraphicFramePr>
        <p:xfrm>
          <a:off x="394855" y="2033240"/>
          <a:ext cx="8354289" cy="337639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687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0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Module’s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Status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Module - 1 : Book Upload and File Handling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Completed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Module - 2 : AR Content Mapping</a:t>
                      </a:r>
                      <a:endParaRPr lang="en-US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Module - 3 : Marker Recognition and DB connectivity 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 Progress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Module - 4 : 3D Rendering and user interaction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Incomplete</a:t>
                      </a:r>
                    </a:p>
                  </a:txBody>
                  <a:tcPr marL="68580" marR="68580" marT="34290" marB="3429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72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D6F9-C932-69C1-D612-0DE4B5E9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846" y="2752930"/>
            <a:ext cx="8229600" cy="114300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THANK YOU</a:t>
            </a:r>
            <a:endParaRPr lang="en-IN" sz="6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7130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</TotalTime>
  <Words>517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Arabic Typesetting</vt:lpstr>
      <vt:lpstr>Arial</vt:lpstr>
      <vt:lpstr>Arial MT</vt:lpstr>
      <vt:lpstr>Calibri</vt:lpstr>
      <vt:lpstr>Calibri Light</vt:lpstr>
      <vt:lpstr>Times New Roman</vt:lpstr>
      <vt:lpstr>Office Theme</vt:lpstr>
      <vt:lpstr>Rajiv Gandhi College of Engineering, Research and Technology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ESHWAR</dc:creator>
  <cp:keywords/>
  <dc:description>generated using python-pptx</dc:description>
  <cp:lastModifiedBy>HIMANSHU SHARMA</cp:lastModifiedBy>
  <cp:revision>28</cp:revision>
  <dcterms:created xsi:type="dcterms:W3CDTF">2013-01-27T09:14:16Z</dcterms:created>
  <dcterms:modified xsi:type="dcterms:W3CDTF">2025-05-15T10:19:11Z</dcterms:modified>
  <cp:category/>
</cp:coreProperties>
</file>