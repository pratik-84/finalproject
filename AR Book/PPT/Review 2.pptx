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96" r:id="rId3"/>
    <p:sldId id="290" r:id="rId4"/>
    <p:sldId id="278" r:id="rId5"/>
    <p:sldId id="281" r:id="rId6"/>
    <p:sldId id="284" r:id="rId7"/>
    <p:sldId id="285" r:id="rId8"/>
    <p:sldId id="298" r:id="rId9"/>
    <p:sldId id="299" r:id="rId10"/>
    <p:sldId id="280" r:id="rId11"/>
    <p:sldId id="287" r:id="rId12"/>
    <p:sldId id="259" r:id="rId13"/>
    <p:sldId id="304" r:id="rId14"/>
    <p:sldId id="305" r:id="rId15"/>
    <p:sldId id="306" r:id="rId16"/>
    <p:sldId id="300" r:id="rId17"/>
    <p:sldId id="301" r:id="rId18"/>
    <p:sldId id="303" r:id="rId19"/>
    <p:sldId id="302" r:id="rId20"/>
    <p:sldId id="288" r:id="rId21"/>
    <p:sldId id="289" r:id="rId22"/>
    <p:sldId id="292" r:id="rId23"/>
    <p:sldId id="29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D58F74-8DAA-4E8B-9580-A788A114BB7C}" v="43" dt="2025-03-26T13:23:10.5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41" autoAdjust="0"/>
  </p:normalViewPr>
  <p:slideViewPr>
    <p:cSldViewPr snapToGrid="0" snapToObjects="1">
      <p:cViewPr varScale="1">
        <p:scale>
          <a:sx n="74" d="100"/>
          <a:sy n="74" d="100"/>
        </p:scale>
        <p:origin x="1493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tankumar Meshram" userId="beda912a44c3bd53" providerId="LiveId" clId="{94BF17D0-9C22-42BB-90CE-2802540F37A2}"/>
    <pc:docChg chg="undo redo custSel addSld delSld modSld">
      <pc:chgData name="Chetankumar Meshram" userId="beda912a44c3bd53" providerId="LiveId" clId="{94BF17D0-9C22-42BB-90CE-2802540F37A2}" dt="2024-11-18T12:49:58.399" v="341" actId="1076"/>
      <pc:docMkLst>
        <pc:docMk/>
      </pc:docMkLst>
      <pc:sldChg chg="modSp mod">
        <pc:chgData name="Chetankumar Meshram" userId="beda912a44c3bd53" providerId="LiveId" clId="{94BF17D0-9C22-42BB-90CE-2802540F37A2}" dt="2024-11-17T10:23:23.815" v="206" actId="20577"/>
        <pc:sldMkLst>
          <pc:docMk/>
          <pc:sldMk cId="0" sldId="256"/>
        </pc:sldMkLst>
      </pc:sldChg>
      <pc:sldChg chg="modSp mod">
        <pc:chgData name="Chetankumar Meshram" userId="beda912a44c3bd53" providerId="LiveId" clId="{94BF17D0-9C22-42BB-90CE-2802540F37A2}" dt="2024-11-18T12:49:16.506" v="337"/>
        <pc:sldMkLst>
          <pc:docMk/>
          <pc:sldMk cId="0" sldId="257"/>
        </pc:sldMkLst>
      </pc:sldChg>
      <pc:sldChg chg="modSp mod">
        <pc:chgData name="Chetankumar Meshram" userId="beda912a44c3bd53" providerId="LiveId" clId="{94BF17D0-9C22-42BB-90CE-2802540F37A2}" dt="2024-11-18T12:49:16.506" v="337"/>
        <pc:sldMkLst>
          <pc:docMk/>
          <pc:sldMk cId="268737690" sldId="261"/>
        </pc:sldMkLst>
      </pc:sldChg>
      <pc:sldChg chg="modSp mod">
        <pc:chgData name="Chetankumar Meshram" userId="beda912a44c3bd53" providerId="LiveId" clId="{94BF17D0-9C22-42BB-90CE-2802540F37A2}" dt="2024-11-18T12:49:16.506" v="337"/>
        <pc:sldMkLst>
          <pc:docMk/>
          <pc:sldMk cId="1737071275" sldId="263"/>
        </pc:sldMkLst>
      </pc:sldChg>
      <pc:sldChg chg="modSp mod">
        <pc:chgData name="Chetankumar Meshram" userId="beda912a44c3bd53" providerId="LiveId" clId="{94BF17D0-9C22-42BB-90CE-2802540F37A2}" dt="2024-11-17T10:15:27.145" v="184" actId="20577"/>
        <pc:sldMkLst>
          <pc:docMk/>
          <pc:sldMk cId="3748543186" sldId="265"/>
        </pc:sldMkLst>
      </pc:sldChg>
      <pc:sldChg chg="modSp mod">
        <pc:chgData name="Chetankumar Meshram" userId="beda912a44c3bd53" providerId="LiveId" clId="{94BF17D0-9C22-42BB-90CE-2802540F37A2}" dt="2024-11-18T12:49:16.506" v="337"/>
        <pc:sldMkLst>
          <pc:docMk/>
          <pc:sldMk cId="1708541467" sldId="266"/>
        </pc:sldMkLst>
      </pc:sldChg>
      <pc:sldChg chg="modSp mod">
        <pc:chgData name="Chetankumar Meshram" userId="beda912a44c3bd53" providerId="LiveId" clId="{94BF17D0-9C22-42BB-90CE-2802540F37A2}" dt="2024-11-18T12:49:16.506" v="337"/>
        <pc:sldMkLst>
          <pc:docMk/>
          <pc:sldMk cId="0" sldId="283"/>
        </pc:sldMkLst>
      </pc:sldChg>
      <pc:sldChg chg="modSp mod">
        <pc:chgData name="Chetankumar Meshram" userId="beda912a44c3bd53" providerId="LiveId" clId="{94BF17D0-9C22-42BB-90CE-2802540F37A2}" dt="2024-11-18T12:49:16.506" v="337"/>
        <pc:sldMkLst>
          <pc:docMk/>
          <pc:sldMk cId="0" sldId="284"/>
        </pc:sldMkLst>
      </pc:sldChg>
      <pc:sldChg chg="modSp">
        <pc:chgData name="Chetankumar Meshram" userId="beda912a44c3bd53" providerId="LiveId" clId="{94BF17D0-9C22-42BB-90CE-2802540F37A2}" dt="2024-11-18T12:49:16.506" v="337"/>
        <pc:sldMkLst>
          <pc:docMk/>
          <pc:sldMk cId="0" sldId="285"/>
        </pc:sldMkLst>
      </pc:sldChg>
      <pc:sldChg chg="addSp delSp modSp mod">
        <pc:chgData name="Chetankumar Meshram" userId="beda912a44c3bd53" providerId="LiveId" clId="{94BF17D0-9C22-42BB-90CE-2802540F37A2}" dt="2024-11-18T12:49:58.399" v="341" actId="1076"/>
        <pc:sldMkLst>
          <pc:docMk/>
          <pc:sldMk cId="2259280586" sldId="286"/>
        </pc:sldMkLst>
      </pc:sldChg>
      <pc:sldChg chg="modSp">
        <pc:chgData name="Chetankumar Meshram" userId="beda912a44c3bd53" providerId="LiveId" clId="{94BF17D0-9C22-42BB-90CE-2802540F37A2}" dt="2024-11-18T12:49:16.506" v="337"/>
        <pc:sldMkLst>
          <pc:docMk/>
          <pc:sldMk cId="415469074" sldId="287"/>
        </pc:sldMkLst>
      </pc:sldChg>
      <pc:sldChg chg="addSp delSp delDesignElem">
        <pc:chgData name="Chetankumar Meshram" userId="beda912a44c3bd53" providerId="LiveId" clId="{94BF17D0-9C22-42BB-90CE-2802540F37A2}" dt="2024-11-18T12:49:16.506" v="337"/>
        <pc:sldMkLst>
          <pc:docMk/>
          <pc:sldMk cId="131032014" sldId="288"/>
        </pc:sldMkLst>
      </pc:sldChg>
      <pc:sldChg chg="addSp delSp delDesignElem">
        <pc:chgData name="Chetankumar Meshram" userId="beda912a44c3bd53" providerId="LiveId" clId="{94BF17D0-9C22-42BB-90CE-2802540F37A2}" dt="2024-11-18T12:49:16.506" v="337"/>
        <pc:sldMkLst>
          <pc:docMk/>
          <pc:sldMk cId="2950535021" sldId="289"/>
        </pc:sldMkLst>
      </pc:sldChg>
      <pc:sldChg chg="add">
        <pc:chgData name="Chetankumar Meshram" userId="beda912a44c3bd53" providerId="LiveId" clId="{94BF17D0-9C22-42BB-90CE-2802540F37A2}" dt="2024-11-18T06:07:47.105" v="211"/>
        <pc:sldMkLst>
          <pc:docMk/>
          <pc:sldMk cId="412147105" sldId="290"/>
        </pc:sldMkLst>
      </pc:sldChg>
      <pc:sldChg chg="del">
        <pc:chgData name="Chetankumar Meshram" userId="beda912a44c3bd53" providerId="LiveId" clId="{94BF17D0-9C22-42BB-90CE-2802540F37A2}" dt="2024-11-17T10:15:12.212" v="183" actId="47"/>
        <pc:sldMkLst>
          <pc:docMk/>
          <pc:sldMk cId="3555698597" sldId="290"/>
        </pc:sldMkLst>
      </pc:sldChg>
      <pc:sldChg chg="del">
        <pc:chgData name="Chetankumar Meshram" userId="beda912a44c3bd53" providerId="LiveId" clId="{94BF17D0-9C22-42BB-90CE-2802540F37A2}" dt="2024-11-17T09:49:29.192" v="0" actId="47"/>
        <pc:sldMkLst>
          <pc:docMk/>
          <pc:sldMk cId="2205994442" sldId="291"/>
        </pc:sldMkLst>
      </pc:sldChg>
      <pc:sldChg chg="addSp delSp modSp mod">
        <pc:chgData name="Chetankumar Meshram" userId="beda912a44c3bd53" providerId="LiveId" clId="{94BF17D0-9C22-42BB-90CE-2802540F37A2}" dt="2024-11-18T12:44:05.782" v="291" actId="1076"/>
        <pc:sldMkLst>
          <pc:docMk/>
          <pc:sldMk cId="12524872" sldId="292"/>
        </pc:sldMkLst>
      </pc:sldChg>
      <pc:sldChg chg="delSp modSp new mod">
        <pc:chgData name="Chetankumar Meshram" userId="beda912a44c3bd53" providerId="LiveId" clId="{94BF17D0-9C22-42BB-90CE-2802540F37A2}" dt="2024-11-17T09:50:28.602" v="18" actId="1076"/>
        <pc:sldMkLst>
          <pc:docMk/>
          <pc:sldMk cId="3871306399" sldId="293"/>
        </pc:sldMkLst>
      </pc:sldChg>
      <pc:sldChg chg="addSp delSp modSp new del mod">
        <pc:chgData name="Chetankumar Meshram" userId="beda912a44c3bd53" providerId="LiveId" clId="{94BF17D0-9C22-42BB-90CE-2802540F37A2}" dt="2024-11-18T08:28:16.290" v="271" actId="47"/>
        <pc:sldMkLst>
          <pc:docMk/>
          <pc:sldMk cId="2420584415" sldId="294"/>
        </pc:sldMkLst>
      </pc:sldChg>
      <pc:sldChg chg="modSp new mod">
        <pc:chgData name="Chetankumar Meshram" userId="beda912a44c3bd53" providerId="LiveId" clId="{94BF17D0-9C22-42BB-90CE-2802540F37A2}" dt="2024-11-18T12:49:16.506" v="337"/>
        <pc:sldMkLst>
          <pc:docMk/>
          <pc:sldMk cId="3232167049" sldId="295"/>
        </pc:sldMkLst>
      </pc:sldChg>
      <pc:sldChg chg="add">
        <pc:chgData name="Chetankumar Meshram" userId="beda912a44c3bd53" providerId="LiveId" clId="{94BF17D0-9C22-42BB-90CE-2802540F37A2}" dt="2024-11-18T06:07:47.105" v="211"/>
        <pc:sldMkLst>
          <pc:docMk/>
          <pc:sldMk cId="293427239" sldId="296"/>
        </pc:sldMkLst>
      </pc:sldChg>
      <pc:sldChg chg="addSp modSp new mod">
        <pc:chgData name="Chetankumar Meshram" userId="beda912a44c3bd53" providerId="LiveId" clId="{94BF17D0-9C22-42BB-90CE-2802540F37A2}" dt="2024-11-18T12:47:38.652" v="305" actId="6549"/>
        <pc:sldMkLst>
          <pc:docMk/>
          <pc:sldMk cId="3515565342" sldId="297"/>
        </pc:sldMkLst>
      </pc:sldChg>
    </pc:docChg>
  </pc:docChgLst>
  <pc:docChgLst>
    <pc:chgData name="HIMANSHU SHARMA" userId="d4b128edbff74741" providerId="LiveId" clId="{C9D58F74-8DAA-4E8B-9580-A788A114BB7C}"/>
    <pc:docChg chg="undo custSel addSld delSld modSld">
      <pc:chgData name="HIMANSHU SHARMA" userId="d4b128edbff74741" providerId="LiveId" clId="{C9D58F74-8DAA-4E8B-9580-A788A114BB7C}" dt="2025-03-26T13:23:49.636" v="1063" actId="1076"/>
      <pc:docMkLst>
        <pc:docMk/>
      </pc:docMkLst>
      <pc:sldChg chg="modSp mod">
        <pc:chgData name="HIMANSHU SHARMA" userId="d4b128edbff74741" providerId="LiveId" clId="{C9D58F74-8DAA-4E8B-9580-A788A114BB7C}" dt="2025-03-26T05:55:29.498" v="889" actId="20577"/>
        <pc:sldMkLst>
          <pc:docMk/>
          <pc:sldMk cId="0" sldId="256"/>
        </pc:sldMkLst>
        <pc:spChg chg="mod">
          <ac:chgData name="HIMANSHU SHARMA" userId="d4b128edbff74741" providerId="LiveId" clId="{C9D58F74-8DAA-4E8B-9580-A788A114BB7C}" dt="2025-03-19T05:14:23.436" v="840" actId="404"/>
          <ac:spMkLst>
            <pc:docMk/>
            <pc:sldMk cId="0" sldId="256"/>
            <ac:spMk id="5" creationId="{00000000-0000-0000-0000-000000000000}"/>
          </ac:spMkLst>
        </pc:spChg>
        <pc:spChg chg="mod">
          <ac:chgData name="HIMANSHU SHARMA" userId="d4b128edbff74741" providerId="LiveId" clId="{C9D58F74-8DAA-4E8B-9580-A788A114BB7C}" dt="2025-03-26T05:55:29.498" v="889" actId="20577"/>
          <ac:spMkLst>
            <pc:docMk/>
            <pc:sldMk cId="0" sldId="256"/>
            <ac:spMk id="10" creationId="{00000000-0000-0000-0000-000000000000}"/>
          </ac:spMkLst>
        </pc:spChg>
      </pc:sldChg>
      <pc:sldChg chg="del">
        <pc:chgData name="HIMANSHU SHARMA" userId="d4b128edbff74741" providerId="LiveId" clId="{C9D58F74-8DAA-4E8B-9580-A788A114BB7C}" dt="2025-03-19T04:52:02.422" v="714" actId="2696"/>
        <pc:sldMkLst>
          <pc:docMk/>
          <pc:sldMk cId="0" sldId="257"/>
        </pc:sldMkLst>
      </pc:sldChg>
      <pc:sldChg chg="add">
        <pc:chgData name="HIMANSHU SHARMA" userId="d4b128edbff74741" providerId="LiveId" clId="{C9D58F74-8DAA-4E8B-9580-A788A114BB7C}" dt="2025-03-19T04:55:07.250" v="716"/>
        <pc:sldMkLst>
          <pc:docMk/>
          <pc:sldMk cId="0" sldId="259"/>
        </pc:sldMkLst>
      </pc:sldChg>
      <pc:sldChg chg="modSp del mod">
        <pc:chgData name="HIMANSHU SHARMA" userId="d4b128edbff74741" providerId="LiveId" clId="{C9D58F74-8DAA-4E8B-9580-A788A114BB7C}" dt="2025-03-18T05:12:23.236" v="692" actId="2696"/>
        <pc:sldMkLst>
          <pc:docMk/>
          <pc:sldMk cId="268737690" sldId="261"/>
        </pc:sldMkLst>
      </pc:sldChg>
      <pc:sldChg chg="modSp del mod">
        <pc:chgData name="HIMANSHU SHARMA" userId="d4b128edbff74741" providerId="LiveId" clId="{C9D58F74-8DAA-4E8B-9580-A788A114BB7C}" dt="2025-03-18T05:12:18.955" v="691" actId="2696"/>
        <pc:sldMkLst>
          <pc:docMk/>
          <pc:sldMk cId="770759904" sldId="262"/>
        </pc:sldMkLst>
      </pc:sldChg>
      <pc:sldChg chg="del">
        <pc:chgData name="HIMANSHU SHARMA" userId="d4b128edbff74741" providerId="LiveId" clId="{C9D58F74-8DAA-4E8B-9580-A788A114BB7C}" dt="2025-03-18T05:12:25.447" v="693" actId="47"/>
        <pc:sldMkLst>
          <pc:docMk/>
          <pc:sldMk cId="1737071275" sldId="263"/>
        </pc:sldMkLst>
      </pc:sldChg>
      <pc:sldChg chg="del">
        <pc:chgData name="HIMANSHU SHARMA" userId="d4b128edbff74741" providerId="LiveId" clId="{C9D58F74-8DAA-4E8B-9580-A788A114BB7C}" dt="2025-03-18T05:12:27.188" v="694" actId="47"/>
        <pc:sldMkLst>
          <pc:docMk/>
          <pc:sldMk cId="1521059292" sldId="264"/>
        </pc:sldMkLst>
      </pc:sldChg>
      <pc:sldChg chg="del">
        <pc:chgData name="HIMANSHU SHARMA" userId="d4b128edbff74741" providerId="LiveId" clId="{C9D58F74-8DAA-4E8B-9580-A788A114BB7C}" dt="2025-03-18T05:12:29.427" v="695" actId="47"/>
        <pc:sldMkLst>
          <pc:docMk/>
          <pc:sldMk cId="3748543186" sldId="265"/>
        </pc:sldMkLst>
      </pc:sldChg>
      <pc:sldChg chg="del">
        <pc:chgData name="HIMANSHU SHARMA" userId="d4b128edbff74741" providerId="LiveId" clId="{C9D58F74-8DAA-4E8B-9580-A788A114BB7C}" dt="2025-03-18T05:19:30.669" v="711" actId="2696"/>
        <pc:sldMkLst>
          <pc:docMk/>
          <pc:sldMk cId="1708541467" sldId="266"/>
        </pc:sldMkLst>
      </pc:sldChg>
      <pc:sldChg chg="del">
        <pc:chgData name="HIMANSHU SHARMA" userId="d4b128edbff74741" providerId="LiveId" clId="{C9D58F74-8DAA-4E8B-9580-A788A114BB7C}" dt="2025-03-19T04:55:18.389" v="718" actId="2696"/>
        <pc:sldMkLst>
          <pc:docMk/>
          <pc:sldMk cId="1447469239" sldId="267"/>
        </pc:sldMkLst>
      </pc:sldChg>
      <pc:sldChg chg="modSp mod">
        <pc:chgData name="HIMANSHU SHARMA" userId="d4b128edbff74741" providerId="LiveId" clId="{C9D58F74-8DAA-4E8B-9580-A788A114BB7C}" dt="2025-03-18T04:40:00.588" v="49" actId="20577"/>
        <pc:sldMkLst>
          <pc:docMk/>
          <pc:sldMk cId="2659290531" sldId="280"/>
        </pc:sldMkLst>
        <pc:spChg chg="mod">
          <ac:chgData name="HIMANSHU SHARMA" userId="d4b128edbff74741" providerId="LiveId" clId="{C9D58F74-8DAA-4E8B-9580-A788A114BB7C}" dt="2025-03-18T04:40:00.588" v="49" actId="20577"/>
          <ac:spMkLst>
            <pc:docMk/>
            <pc:sldMk cId="2659290531" sldId="280"/>
            <ac:spMk id="4" creationId="{86769B51-9FED-6AB9-CAF9-E6B4ABA19CC9}"/>
          </ac:spMkLst>
        </pc:spChg>
        <pc:spChg chg="mod">
          <ac:chgData name="HIMANSHU SHARMA" userId="d4b128edbff74741" providerId="LiveId" clId="{C9D58F74-8DAA-4E8B-9580-A788A114BB7C}" dt="2025-03-18T04:39:50.816" v="30" actId="12"/>
          <ac:spMkLst>
            <pc:docMk/>
            <pc:sldMk cId="2659290531" sldId="280"/>
            <ac:spMk id="6" creationId="{60EE4C8E-B9A6-0A01-8C0F-8C2F96FC8FB8}"/>
          </ac:spMkLst>
        </pc:spChg>
      </pc:sldChg>
      <pc:sldChg chg="del">
        <pc:chgData name="HIMANSHU SHARMA" userId="d4b128edbff74741" providerId="LiveId" clId="{C9D58F74-8DAA-4E8B-9580-A788A114BB7C}" dt="2025-03-26T05:48:58.941" v="841" actId="2696"/>
        <pc:sldMkLst>
          <pc:docMk/>
          <pc:sldMk cId="0" sldId="283"/>
        </pc:sldMkLst>
      </pc:sldChg>
      <pc:sldChg chg="modSp mod">
        <pc:chgData name="HIMANSHU SHARMA" userId="d4b128edbff74741" providerId="LiveId" clId="{C9D58F74-8DAA-4E8B-9580-A788A114BB7C}" dt="2025-03-26T13:08:28.623" v="946" actId="20577"/>
        <pc:sldMkLst>
          <pc:docMk/>
          <pc:sldMk cId="0" sldId="284"/>
        </pc:sldMkLst>
        <pc:spChg chg="mod">
          <ac:chgData name="HIMANSHU SHARMA" userId="d4b128edbff74741" providerId="LiveId" clId="{C9D58F74-8DAA-4E8B-9580-A788A114BB7C}" dt="2025-03-26T05:49:05.188" v="842" actId="20577"/>
          <ac:spMkLst>
            <pc:docMk/>
            <pc:sldMk cId="0" sldId="284"/>
            <ac:spMk id="2" creationId="{00000000-0000-0000-0000-000000000000}"/>
          </ac:spMkLst>
        </pc:spChg>
        <pc:spChg chg="mod">
          <ac:chgData name="HIMANSHU SHARMA" userId="d4b128edbff74741" providerId="LiveId" clId="{C9D58F74-8DAA-4E8B-9580-A788A114BB7C}" dt="2025-03-26T13:08:28.623" v="946" actId="20577"/>
          <ac:spMkLst>
            <pc:docMk/>
            <pc:sldMk cId="0" sldId="284"/>
            <ac:spMk id="3" creationId="{00000000-0000-0000-0000-000000000000}"/>
          </ac:spMkLst>
        </pc:spChg>
      </pc:sldChg>
      <pc:sldChg chg="modSp mod">
        <pc:chgData name="HIMANSHU SHARMA" userId="d4b128edbff74741" providerId="LiveId" clId="{C9D58F74-8DAA-4E8B-9580-A788A114BB7C}" dt="2025-03-18T04:56:26.081" v="121" actId="20577"/>
        <pc:sldMkLst>
          <pc:docMk/>
          <pc:sldMk cId="0" sldId="285"/>
        </pc:sldMkLst>
        <pc:spChg chg="mod">
          <ac:chgData name="HIMANSHU SHARMA" userId="d4b128edbff74741" providerId="LiveId" clId="{C9D58F74-8DAA-4E8B-9580-A788A114BB7C}" dt="2025-03-18T04:48:09.709" v="115" actId="113"/>
          <ac:spMkLst>
            <pc:docMk/>
            <pc:sldMk cId="0" sldId="285"/>
            <ac:spMk id="2" creationId="{00000000-0000-0000-0000-000000000000}"/>
          </ac:spMkLst>
        </pc:spChg>
        <pc:spChg chg="mod">
          <ac:chgData name="HIMANSHU SHARMA" userId="d4b128edbff74741" providerId="LiveId" clId="{C9D58F74-8DAA-4E8B-9580-A788A114BB7C}" dt="2025-03-18T04:56:26.081" v="121" actId="20577"/>
          <ac:spMkLst>
            <pc:docMk/>
            <pc:sldMk cId="0" sldId="285"/>
            <ac:spMk id="3" creationId="{00000000-0000-0000-0000-000000000000}"/>
          </ac:spMkLst>
        </pc:spChg>
      </pc:sldChg>
      <pc:sldChg chg="del">
        <pc:chgData name="HIMANSHU SHARMA" userId="d4b128edbff74741" providerId="LiveId" clId="{C9D58F74-8DAA-4E8B-9580-A788A114BB7C}" dt="2025-03-19T04:51:52.977" v="712" actId="2696"/>
        <pc:sldMkLst>
          <pc:docMk/>
          <pc:sldMk cId="2259280586" sldId="286"/>
        </pc:sldMkLst>
      </pc:sldChg>
      <pc:sldChg chg="modSp mod">
        <pc:chgData name="HIMANSHU SHARMA" userId="d4b128edbff74741" providerId="LiveId" clId="{C9D58F74-8DAA-4E8B-9580-A788A114BB7C}" dt="2025-03-26T13:11:03.841" v="977" actId="27636"/>
        <pc:sldMkLst>
          <pc:docMk/>
          <pc:sldMk cId="415469074" sldId="287"/>
        </pc:sldMkLst>
        <pc:spChg chg="mod">
          <ac:chgData name="HIMANSHU SHARMA" userId="d4b128edbff74741" providerId="LiveId" clId="{C9D58F74-8DAA-4E8B-9580-A788A114BB7C}" dt="2025-03-18T04:43:08.482" v="70" actId="20577"/>
          <ac:spMkLst>
            <pc:docMk/>
            <pc:sldMk cId="415469074" sldId="287"/>
            <ac:spMk id="2" creationId="{11D6979D-2E35-6562-C25F-07130A6D3242}"/>
          </ac:spMkLst>
        </pc:spChg>
        <pc:spChg chg="mod">
          <ac:chgData name="HIMANSHU SHARMA" userId="d4b128edbff74741" providerId="LiveId" clId="{C9D58F74-8DAA-4E8B-9580-A788A114BB7C}" dt="2025-03-26T13:11:03.841" v="977" actId="27636"/>
          <ac:spMkLst>
            <pc:docMk/>
            <pc:sldMk cId="415469074" sldId="287"/>
            <ac:spMk id="3" creationId="{01803AAC-2CA3-DE2A-D93C-913F56E62143}"/>
          </ac:spMkLst>
        </pc:spChg>
      </pc:sldChg>
      <pc:sldChg chg="addSp delSp modSp mod">
        <pc:chgData name="HIMANSHU SHARMA" userId="d4b128edbff74741" providerId="LiveId" clId="{C9D58F74-8DAA-4E8B-9580-A788A114BB7C}" dt="2025-03-18T05:16:37.870" v="703" actId="14100"/>
        <pc:sldMkLst>
          <pc:docMk/>
          <pc:sldMk cId="131032014" sldId="288"/>
        </pc:sldMkLst>
        <pc:picChg chg="add mod">
          <ac:chgData name="HIMANSHU SHARMA" userId="d4b128edbff74741" providerId="LiveId" clId="{C9D58F74-8DAA-4E8B-9580-A788A114BB7C}" dt="2025-03-18T05:16:37.870" v="703" actId="14100"/>
          <ac:picMkLst>
            <pc:docMk/>
            <pc:sldMk cId="131032014" sldId="288"/>
            <ac:picMk id="6" creationId="{87DCC6D7-F2C1-95D0-D0C1-93BE5C5BDED0}"/>
          </ac:picMkLst>
        </pc:picChg>
      </pc:sldChg>
      <pc:sldChg chg="addSp delSp modSp mod">
        <pc:chgData name="HIMANSHU SHARMA" userId="d4b128edbff74741" providerId="LiveId" clId="{C9D58F74-8DAA-4E8B-9580-A788A114BB7C}" dt="2025-03-18T05:17:11.479" v="709" actId="14100"/>
        <pc:sldMkLst>
          <pc:docMk/>
          <pc:sldMk cId="2950535021" sldId="289"/>
        </pc:sldMkLst>
        <pc:picChg chg="add mod">
          <ac:chgData name="HIMANSHU SHARMA" userId="d4b128edbff74741" providerId="LiveId" clId="{C9D58F74-8DAA-4E8B-9580-A788A114BB7C}" dt="2025-03-18T05:17:11.479" v="709" actId="14100"/>
          <ac:picMkLst>
            <pc:docMk/>
            <pc:sldMk cId="2950535021" sldId="289"/>
            <ac:picMk id="6" creationId="{08296DF1-7BF0-5B16-1707-EA1DA0435308}"/>
          </ac:picMkLst>
        </pc:picChg>
      </pc:sldChg>
      <pc:sldChg chg="del">
        <pc:chgData name="HIMANSHU SHARMA" userId="d4b128edbff74741" providerId="LiveId" clId="{C9D58F74-8DAA-4E8B-9580-A788A114BB7C}" dt="2025-03-19T04:55:33.863" v="719" actId="2696"/>
        <pc:sldMkLst>
          <pc:docMk/>
          <pc:sldMk cId="3232167049" sldId="295"/>
        </pc:sldMkLst>
      </pc:sldChg>
      <pc:sldChg chg="del">
        <pc:chgData name="HIMANSHU SHARMA" userId="d4b128edbff74741" providerId="LiveId" clId="{C9D58F74-8DAA-4E8B-9580-A788A114BB7C}" dt="2025-03-19T04:51:56.492" v="713" actId="2696"/>
        <pc:sldMkLst>
          <pc:docMk/>
          <pc:sldMk cId="3515565342" sldId="297"/>
        </pc:sldMkLst>
      </pc:sldChg>
      <pc:sldChg chg="addSp delSp modSp new mod">
        <pc:chgData name="HIMANSHU SHARMA" userId="d4b128edbff74741" providerId="LiveId" clId="{C9D58F74-8DAA-4E8B-9580-A788A114BB7C}" dt="2025-03-18T05:18:50.817" v="710" actId="1076"/>
        <pc:sldMkLst>
          <pc:docMk/>
          <pc:sldMk cId="1605409067" sldId="298"/>
        </pc:sldMkLst>
        <pc:spChg chg="mod">
          <ac:chgData name="HIMANSHU SHARMA" userId="d4b128edbff74741" providerId="LiveId" clId="{C9D58F74-8DAA-4E8B-9580-A788A114BB7C}" dt="2025-03-18T05:18:50.817" v="710" actId="1076"/>
          <ac:spMkLst>
            <pc:docMk/>
            <pc:sldMk cId="1605409067" sldId="298"/>
            <ac:spMk id="2" creationId="{37FEE083-BECF-5354-29DB-D24763FAE273}"/>
          </ac:spMkLst>
        </pc:spChg>
        <pc:spChg chg="add mod">
          <ac:chgData name="HIMANSHU SHARMA" userId="d4b128edbff74741" providerId="LiveId" clId="{C9D58F74-8DAA-4E8B-9580-A788A114BB7C}" dt="2025-03-18T05:06:30.266" v="568" actId="5793"/>
          <ac:spMkLst>
            <pc:docMk/>
            <pc:sldMk cId="1605409067" sldId="298"/>
            <ac:spMk id="5" creationId="{C4635475-29BF-B1A7-50E2-24620316AC9D}"/>
          </ac:spMkLst>
        </pc:spChg>
        <pc:spChg chg="add del mod">
          <ac:chgData name="HIMANSHU SHARMA" userId="d4b128edbff74741" providerId="LiveId" clId="{C9D58F74-8DAA-4E8B-9580-A788A114BB7C}" dt="2025-03-18T05:04:57.262" v="270" actId="47"/>
          <ac:spMkLst>
            <pc:docMk/>
            <pc:sldMk cId="1605409067" sldId="298"/>
            <ac:spMk id="7" creationId="{B6B2E160-8BF6-6973-CC65-C16510F2F975}"/>
          </ac:spMkLst>
        </pc:spChg>
        <pc:spChg chg="add mod">
          <ac:chgData name="HIMANSHU SHARMA" userId="d4b128edbff74741" providerId="LiveId" clId="{C9D58F74-8DAA-4E8B-9580-A788A114BB7C}" dt="2025-03-18T05:09:39.445" v="659" actId="20577"/>
          <ac:spMkLst>
            <pc:docMk/>
            <pc:sldMk cId="1605409067" sldId="298"/>
            <ac:spMk id="12" creationId="{55B94E29-E050-CB97-5C56-5DF2789D4E04}"/>
          </ac:spMkLst>
        </pc:spChg>
      </pc:sldChg>
      <pc:sldChg chg="addSp delSp modSp new mod">
        <pc:chgData name="HIMANSHU SHARMA" userId="d4b128edbff74741" providerId="LiveId" clId="{C9D58F74-8DAA-4E8B-9580-A788A114BB7C}" dt="2025-03-26T05:55:53.828" v="891" actId="27636"/>
        <pc:sldMkLst>
          <pc:docMk/>
          <pc:sldMk cId="1980070015" sldId="299"/>
        </pc:sldMkLst>
        <pc:spChg chg="mod">
          <ac:chgData name="HIMANSHU SHARMA" userId="d4b128edbff74741" providerId="LiveId" clId="{C9D58F74-8DAA-4E8B-9580-A788A114BB7C}" dt="2025-03-26T05:55:53.828" v="891" actId="27636"/>
          <ac:spMkLst>
            <pc:docMk/>
            <pc:sldMk cId="1980070015" sldId="299"/>
            <ac:spMk id="2" creationId="{238399ED-B062-34B6-BB59-59450AA2478F}"/>
          </ac:spMkLst>
        </pc:spChg>
        <pc:spChg chg="add mod">
          <ac:chgData name="HIMANSHU SHARMA" userId="d4b128edbff74741" providerId="LiveId" clId="{C9D58F74-8DAA-4E8B-9580-A788A114BB7C}" dt="2025-03-18T05:11:28.878" v="689" actId="20577"/>
          <ac:spMkLst>
            <pc:docMk/>
            <pc:sldMk cId="1980070015" sldId="299"/>
            <ac:spMk id="4" creationId="{98350B98-CCE7-6A33-7EBF-328DC8AB86DB}"/>
          </ac:spMkLst>
        </pc:spChg>
      </pc:sldChg>
      <pc:sldChg chg="new del">
        <pc:chgData name="HIMANSHU SHARMA" userId="d4b128edbff74741" providerId="LiveId" clId="{C9D58F74-8DAA-4E8B-9580-A788A114BB7C}" dt="2025-03-19T04:55:11.120" v="717" actId="2696"/>
        <pc:sldMkLst>
          <pc:docMk/>
          <pc:sldMk cId="26153151" sldId="300"/>
        </pc:sldMkLst>
      </pc:sldChg>
      <pc:sldChg chg="addSp modSp new mod">
        <pc:chgData name="HIMANSHU SHARMA" userId="d4b128edbff74741" providerId="LiveId" clId="{C9D58F74-8DAA-4E8B-9580-A788A114BB7C}" dt="2025-03-19T05:02:07.092" v="736" actId="14100"/>
        <pc:sldMkLst>
          <pc:docMk/>
          <pc:sldMk cId="1355727748" sldId="300"/>
        </pc:sldMkLst>
        <pc:spChg chg="mod">
          <ac:chgData name="HIMANSHU SHARMA" userId="d4b128edbff74741" providerId="LiveId" clId="{C9D58F74-8DAA-4E8B-9580-A788A114BB7C}" dt="2025-03-19T05:00:06.563" v="731" actId="20577"/>
          <ac:spMkLst>
            <pc:docMk/>
            <pc:sldMk cId="1355727748" sldId="300"/>
            <ac:spMk id="3" creationId="{2A2AD5B6-0D35-BECB-DE62-5014AEA702D6}"/>
          </ac:spMkLst>
        </pc:spChg>
        <pc:picChg chg="add mod">
          <ac:chgData name="HIMANSHU SHARMA" userId="d4b128edbff74741" providerId="LiveId" clId="{C9D58F74-8DAA-4E8B-9580-A788A114BB7C}" dt="2025-03-19T05:02:07.092" v="736" actId="14100"/>
          <ac:picMkLst>
            <pc:docMk/>
            <pc:sldMk cId="1355727748" sldId="300"/>
            <ac:picMk id="5" creationId="{2ADBACE5-2203-2F46-34E3-F87315AEC18C}"/>
          </ac:picMkLst>
        </pc:picChg>
      </pc:sldChg>
      <pc:sldChg chg="addSp delSp modSp new mod">
        <pc:chgData name="HIMANSHU SHARMA" userId="d4b128edbff74741" providerId="LiveId" clId="{C9D58F74-8DAA-4E8B-9580-A788A114BB7C}" dt="2025-03-19T05:06:13.322" v="747" actId="14100"/>
        <pc:sldMkLst>
          <pc:docMk/>
          <pc:sldMk cId="2643253852" sldId="301"/>
        </pc:sldMkLst>
        <pc:picChg chg="add mod">
          <ac:chgData name="HIMANSHU SHARMA" userId="d4b128edbff74741" providerId="LiveId" clId="{C9D58F74-8DAA-4E8B-9580-A788A114BB7C}" dt="2025-03-19T05:06:13.322" v="747" actId="14100"/>
          <ac:picMkLst>
            <pc:docMk/>
            <pc:sldMk cId="2643253852" sldId="301"/>
            <ac:picMk id="7" creationId="{8506BA25-7FEE-A4A7-B7D4-E374D7AADACE}"/>
          </ac:picMkLst>
        </pc:picChg>
      </pc:sldChg>
      <pc:sldChg chg="addSp modSp new mod">
        <pc:chgData name="HIMANSHU SHARMA" userId="d4b128edbff74741" providerId="LiveId" clId="{C9D58F74-8DAA-4E8B-9580-A788A114BB7C}" dt="2025-03-19T05:11:01.001" v="756" actId="14100"/>
        <pc:sldMkLst>
          <pc:docMk/>
          <pc:sldMk cId="1479874383" sldId="302"/>
        </pc:sldMkLst>
        <pc:picChg chg="add mod">
          <ac:chgData name="HIMANSHU SHARMA" userId="d4b128edbff74741" providerId="LiveId" clId="{C9D58F74-8DAA-4E8B-9580-A788A114BB7C}" dt="2025-03-19T05:11:01.001" v="756" actId="14100"/>
          <ac:picMkLst>
            <pc:docMk/>
            <pc:sldMk cId="1479874383" sldId="302"/>
            <ac:picMk id="5" creationId="{A8132327-30B3-9F2F-E30E-7FFF4B3F7A13}"/>
          </ac:picMkLst>
        </pc:picChg>
      </pc:sldChg>
      <pc:sldChg chg="addSp modSp new mod">
        <pc:chgData name="HIMANSHU SHARMA" userId="d4b128edbff74741" providerId="LiveId" clId="{C9D58F74-8DAA-4E8B-9580-A788A114BB7C}" dt="2025-03-19T05:09:47.565" v="752" actId="14100"/>
        <pc:sldMkLst>
          <pc:docMk/>
          <pc:sldMk cId="3682902763" sldId="303"/>
        </pc:sldMkLst>
        <pc:picChg chg="add mod">
          <ac:chgData name="HIMANSHU SHARMA" userId="d4b128edbff74741" providerId="LiveId" clId="{C9D58F74-8DAA-4E8B-9580-A788A114BB7C}" dt="2025-03-19T05:09:47.565" v="752" actId="14100"/>
          <ac:picMkLst>
            <pc:docMk/>
            <pc:sldMk cId="3682902763" sldId="303"/>
            <ac:picMk id="5" creationId="{A5A6436F-93B8-40EF-66F1-D3A02B4FD743}"/>
          </ac:picMkLst>
        </pc:picChg>
      </pc:sldChg>
      <pc:sldChg chg="addSp modSp new mod">
        <pc:chgData name="HIMANSHU SHARMA" userId="d4b128edbff74741" providerId="LiveId" clId="{C9D58F74-8DAA-4E8B-9580-A788A114BB7C}" dt="2025-03-26T13:18:22.477" v="999" actId="1076"/>
        <pc:sldMkLst>
          <pc:docMk/>
          <pc:sldMk cId="3959529171" sldId="304"/>
        </pc:sldMkLst>
        <pc:spChg chg="add mod">
          <ac:chgData name="HIMANSHU SHARMA" userId="d4b128edbff74741" providerId="LiveId" clId="{C9D58F74-8DAA-4E8B-9580-A788A114BB7C}" dt="2025-03-26T13:18:22.477" v="999" actId="1076"/>
          <ac:spMkLst>
            <pc:docMk/>
            <pc:sldMk cId="3959529171" sldId="304"/>
            <ac:spMk id="4" creationId="{37B4B8FE-E78D-9A79-5985-F395FFDC8ABD}"/>
          </ac:spMkLst>
        </pc:spChg>
        <pc:picChg chg="add mod">
          <ac:chgData name="HIMANSHU SHARMA" userId="d4b128edbff74741" providerId="LiveId" clId="{C9D58F74-8DAA-4E8B-9580-A788A114BB7C}" dt="2025-03-26T11:46:08.801" v="896" actId="14100"/>
          <ac:picMkLst>
            <pc:docMk/>
            <pc:sldMk cId="3959529171" sldId="304"/>
            <ac:picMk id="5" creationId="{677BBFE9-6E14-4499-E5C5-61A511DA1A97}"/>
          </ac:picMkLst>
        </pc:picChg>
      </pc:sldChg>
      <pc:sldChg chg="delSp modSp new mod">
        <pc:chgData name="HIMANSHU SHARMA" userId="d4b128edbff74741" providerId="LiveId" clId="{C9D58F74-8DAA-4E8B-9580-A788A114BB7C}" dt="2025-03-26T05:54:36.245" v="879" actId="478"/>
        <pc:sldMkLst>
          <pc:docMk/>
          <pc:sldMk cId="2741804092" sldId="305"/>
        </pc:sldMkLst>
        <pc:spChg chg="del mod">
          <ac:chgData name="HIMANSHU SHARMA" userId="d4b128edbff74741" providerId="LiveId" clId="{C9D58F74-8DAA-4E8B-9580-A788A114BB7C}" dt="2025-03-26T05:54:36.245" v="879" actId="478"/>
          <ac:spMkLst>
            <pc:docMk/>
            <pc:sldMk cId="2741804092" sldId="305"/>
            <ac:spMk id="2" creationId="{08D64A61-8735-66B4-60D1-E0403998F88C}"/>
          </ac:spMkLst>
        </pc:spChg>
        <pc:spChg chg="mod">
          <ac:chgData name="HIMANSHU SHARMA" userId="d4b128edbff74741" providerId="LiveId" clId="{C9D58F74-8DAA-4E8B-9580-A788A114BB7C}" dt="2025-03-26T05:54:08.117" v="876" actId="404"/>
          <ac:spMkLst>
            <pc:docMk/>
            <pc:sldMk cId="2741804092" sldId="305"/>
            <ac:spMk id="3" creationId="{F1B41EE7-55A3-7A45-9C2D-BCC50FA7E0D0}"/>
          </ac:spMkLst>
        </pc:spChg>
      </pc:sldChg>
      <pc:sldChg chg="addSp modSp new mod">
        <pc:chgData name="HIMANSHU SHARMA" userId="d4b128edbff74741" providerId="LiveId" clId="{C9D58F74-8DAA-4E8B-9580-A788A114BB7C}" dt="2025-03-26T13:23:49.636" v="1063" actId="1076"/>
        <pc:sldMkLst>
          <pc:docMk/>
          <pc:sldMk cId="1226640971" sldId="306"/>
        </pc:sldMkLst>
        <pc:spChg chg="mod">
          <ac:chgData name="HIMANSHU SHARMA" userId="d4b128edbff74741" providerId="LiveId" clId="{C9D58F74-8DAA-4E8B-9580-A788A114BB7C}" dt="2025-03-26T13:17:13.790" v="981"/>
          <ac:spMkLst>
            <pc:docMk/>
            <pc:sldMk cId="1226640971" sldId="306"/>
            <ac:spMk id="3" creationId="{9A81828D-483A-A6A1-1DBD-A5189178E4CD}"/>
          </ac:spMkLst>
        </pc:spChg>
        <pc:spChg chg="add mod">
          <ac:chgData name="HIMANSHU SHARMA" userId="d4b128edbff74741" providerId="LiveId" clId="{C9D58F74-8DAA-4E8B-9580-A788A114BB7C}" dt="2025-03-26T13:23:49.636" v="1063" actId="1076"/>
          <ac:spMkLst>
            <pc:docMk/>
            <pc:sldMk cId="1226640971" sldId="306"/>
            <ac:spMk id="6" creationId="{7F47BB4D-A907-7C4C-F1F1-5DE6BBA13BEC}"/>
          </ac:spMkLst>
        </pc:spChg>
        <pc:picChg chg="add mod">
          <ac:chgData name="HIMANSHU SHARMA" userId="d4b128edbff74741" providerId="LiveId" clId="{C9D58F74-8DAA-4E8B-9580-A788A114BB7C}" dt="2025-03-26T13:22:49.430" v="1002" actId="1076"/>
          <ac:picMkLst>
            <pc:docMk/>
            <pc:sldMk cId="1226640971" sldId="306"/>
            <ac:picMk id="5" creationId="{6A41E454-17AB-5A58-484D-E6E0C9225D0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23EBB-4D44-432B-AC36-98B1149439B3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CE7BD-4196-45C0-B58D-4C323B5AD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945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2D1AB4-0D27-4665-8495-FBF19BC3533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456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16FCC-C93B-6F68-5883-A7A9A0D5A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C2E5B-FBAE-AF75-CCA5-947C133BD4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E8C50-29F7-B62C-4632-CF262533A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C1143-E74A-4B42-B781-0E1E30A66EC4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069CE-798C-093C-944B-3AE996E74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AD7B8-34C9-14B0-7AAD-EA5BD18DD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1375A-CB76-4CBB-8EDE-F53DBAD9A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76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379029" y="2421463"/>
            <a:ext cx="4461669" cy="1495907"/>
          </a:xfrm>
          <a:prstGeom prst="rect">
            <a:avLst/>
          </a:prstGeom>
        </p:spPr>
        <p:txBody>
          <a:bodyPr vert="horz" wrap="square" lIns="0" tIns="7541" rIns="0" bIns="0" rtlCol="0">
            <a:spAutoFit/>
          </a:bodyPr>
          <a:lstStyle/>
          <a:p>
            <a:pPr marL="1274763" marR="1262459" algn="ctr">
              <a:lnSpc>
                <a:spcPct val="156100"/>
              </a:lnSpc>
              <a:spcBef>
                <a:spcPts val="59"/>
              </a:spcBef>
            </a:pPr>
            <a:r>
              <a:rPr lang="en-US" sz="1400" b="1" dirty="0">
                <a:latin typeface="Arial"/>
                <a:cs typeface="Arial"/>
              </a:rPr>
              <a:t>REVIEW 2 PROGRESS </a:t>
            </a:r>
          </a:p>
          <a:p>
            <a:pPr marL="1274763" marR="1262459" algn="ctr">
              <a:lnSpc>
                <a:spcPct val="156100"/>
              </a:lnSpc>
              <a:spcBef>
                <a:spcPts val="59"/>
              </a:spcBef>
            </a:pPr>
            <a:r>
              <a:rPr sz="1594" b="1" dirty="0">
                <a:latin typeface="Arial"/>
                <a:cs typeface="Arial"/>
              </a:rPr>
              <a:t>SEMINAR</a:t>
            </a:r>
            <a:r>
              <a:rPr sz="1594" b="1" spc="25" dirty="0">
                <a:latin typeface="Arial"/>
                <a:cs typeface="Arial"/>
              </a:rPr>
              <a:t> </a:t>
            </a:r>
            <a:r>
              <a:rPr sz="1594" b="1" dirty="0">
                <a:latin typeface="Arial"/>
                <a:cs typeface="Arial"/>
              </a:rPr>
              <a:t>ON</a:t>
            </a:r>
            <a:r>
              <a:rPr sz="1594" b="1" spc="-3" dirty="0">
                <a:latin typeface="Arial"/>
                <a:cs typeface="Arial"/>
              </a:rPr>
              <a:t> </a:t>
            </a:r>
            <a:r>
              <a:rPr sz="1594" b="1" spc="-31" dirty="0">
                <a:latin typeface="Arial"/>
                <a:cs typeface="Arial"/>
              </a:rPr>
              <a:t>:</a:t>
            </a:r>
            <a:endParaRPr sz="1594" dirty="0">
              <a:latin typeface="Arial"/>
              <a:cs typeface="Arial"/>
            </a:endParaRPr>
          </a:p>
          <a:p>
            <a:pPr algn="ctr">
              <a:spcBef>
                <a:spcPts val="1056"/>
              </a:spcBef>
            </a:pPr>
            <a:r>
              <a:rPr lang="en-US" sz="2000" b="1" dirty="0" err="1"/>
              <a:t>BookAR</a:t>
            </a:r>
            <a:r>
              <a:rPr lang="en-US" sz="2000" dirty="0"/>
              <a:t>: Augmented Reality Experience for Traditional Books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1836" y="1325294"/>
            <a:ext cx="1103233" cy="109616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92917" y="441815"/>
            <a:ext cx="7633891" cy="315792"/>
          </a:xfrm>
          <a:prstGeom prst="rect">
            <a:avLst/>
          </a:prstGeom>
        </p:spPr>
        <p:txBody>
          <a:bodyPr vert="horz" wrap="square" lIns="0" tIns="7938" rIns="0" bIns="0" rtlCol="0" anchor="ctr">
            <a:spAutoFit/>
          </a:bodyPr>
          <a:lstStyle/>
          <a:p>
            <a:pPr marL="7938">
              <a:spcBef>
                <a:spcPts val="63"/>
              </a:spcBef>
            </a:pPr>
            <a:r>
              <a:rPr sz="2000" dirty="0">
                <a:solidFill>
                  <a:srgbClr val="000000"/>
                </a:solidFill>
                <a:latin typeface="Arial"/>
                <a:cs typeface="Arial"/>
              </a:rPr>
              <a:t>Rajiv</a:t>
            </a:r>
            <a:r>
              <a:rPr sz="2000" spc="-6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00"/>
                </a:solidFill>
                <a:latin typeface="Arial"/>
                <a:cs typeface="Arial"/>
              </a:rPr>
              <a:t>Gandhi</a:t>
            </a:r>
            <a:r>
              <a:rPr sz="2000" spc="-7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00"/>
                </a:solidFill>
                <a:latin typeface="Arial"/>
                <a:cs typeface="Arial"/>
              </a:rPr>
              <a:t>College</a:t>
            </a:r>
            <a:r>
              <a:rPr sz="2000" spc="-7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2000" spc="-4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00"/>
                </a:solidFill>
                <a:latin typeface="Arial"/>
                <a:cs typeface="Arial"/>
              </a:rPr>
              <a:t>Engineering,</a:t>
            </a:r>
            <a:r>
              <a:rPr sz="200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00"/>
                </a:solidFill>
                <a:latin typeface="Arial"/>
                <a:cs typeface="Arial"/>
              </a:rPr>
              <a:t>Research</a:t>
            </a:r>
            <a:r>
              <a:rPr sz="200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sz="2000" spc="-6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spc="-6" dirty="0">
                <a:solidFill>
                  <a:srgbClr val="000000"/>
                </a:solidFill>
                <a:latin typeface="Arial"/>
                <a:cs typeface="Arial"/>
              </a:rPr>
              <a:t>Technology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3121" y="925046"/>
            <a:ext cx="4839097" cy="253739"/>
          </a:xfrm>
          <a:prstGeom prst="rect">
            <a:avLst/>
          </a:prstGeom>
        </p:spPr>
        <p:txBody>
          <a:bodyPr vert="horz" wrap="square" lIns="0" tIns="8334" rIns="0" bIns="0" rtlCol="0">
            <a:spAutoFit/>
          </a:bodyPr>
          <a:lstStyle/>
          <a:p>
            <a:pPr marL="7938">
              <a:spcBef>
                <a:spcPts val="66"/>
              </a:spcBef>
            </a:pPr>
            <a:r>
              <a:rPr sz="1594" b="1" dirty="0">
                <a:latin typeface="Arial"/>
                <a:cs typeface="Arial"/>
              </a:rPr>
              <a:t>Department</a:t>
            </a:r>
            <a:r>
              <a:rPr sz="1594" b="1" spc="-47" dirty="0">
                <a:latin typeface="Arial"/>
                <a:cs typeface="Arial"/>
              </a:rPr>
              <a:t> </a:t>
            </a:r>
            <a:r>
              <a:rPr sz="1594" b="1" dirty="0">
                <a:latin typeface="Arial"/>
                <a:cs typeface="Arial"/>
              </a:rPr>
              <a:t>of</a:t>
            </a:r>
            <a:r>
              <a:rPr sz="1594" b="1" spc="-56" dirty="0">
                <a:latin typeface="Arial"/>
                <a:cs typeface="Arial"/>
              </a:rPr>
              <a:t> </a:t>
            </a:r>
            <a:r>
              <a:rPr sz="1594" b="1" dirty="0">
                <a:latin typeface="Arial"/>
                <a:cs typeface="Arial"/>
              </a:rPr>
              <a:t>Computer</a:t>
            </a:r>
            <a:r>
              <a:rPr sz="1594" b="1" spc="-34" dirty="0">
                <a:latin typeface="Arial"/>
                <a:cs typeface="Arial"/>
              </a:rPr>
              <a:t> </a:t>
            </a:r>
            <a:r>
              <a:rPr sz="1594" b="1" dirty="0">
                <a:latin typeface="Arial"/>
                <a:cs typeface="Arial"/>
              </a:rPr>
              <a:t>Science</a:t>
            </a:r>
            <a:r>
              <a:rPr sz="1594" b="1" spc="-38" dirty="0">
                <a:latin typeface="Arial"/>
                <a:cs typeface="Arial"/>
              </a:rPr>
              <a:t> </a:t>
            </a:r>
            <a:r>
              <a:rPr sz="1594" b="1" dirty="0">
                <a:latin typeface="Arial"/>
                <a:cs typeface="Arial"/>
              </a:rPr>
              <a:t>and</a:t>
            </a:r>
            <a:r>
              <a:rPr sz="1594" b="1" spc="-63" dirty="0">
                <a:latin typeface="Arial"/>
                <a:cs typeface="Arial"/>
              </a:rPr>
              <a:t> </a:t>
            </a:r>
            <a:r>
              <a:rPr sz="1594" b="1" spc="-6" dirty="0">
                <a:latin typeface="Arial"/>
                <a:cs typeface="Arial"/>
              </a:rPr>
              <a:t>Engineering</a:t>
            </a:r>
            <a:endParaRPr sz="1594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48923" y="3951161"/>
            <a:ext cx="1699629" cy="1788824"/>
          </a:xfrm>
          <a:prstGeom prst="rect">
            <a:avLst/>
          </a:prstGeom>
        </p:spPr>
        <p:txBody>
          <a:bodyPr vert="horz" wrap="square" lIns="0" tIns="7938" rIns="0" bIns="0" rtlCol="0">
            <a:spAutoFit/>
          </a:bodyPr>
          <a:lstStyle/>
          <a:p>
            <a:pPr marL="7938" marR="3175">
              <a:lnSpc>
                <a:spcPct val="160400"/>
              </a:lnSpc>
              <a:spcBef>
                <a:spcPts val="63"/>
              </a:spcBef>
            </a:pPr>
            <a:r>
              <a:rPr sz="1188" b="1" dirty="0">
                <a:latin typeface="Arial"/>
                <a:cs typeface="Arial"/>
              </a:rPr>
              <a:t>Presented</a:t>
            </a:r>
            <a:r>
              <a:rPr sz="1188" b="1" spc="-81" dirty="0">
                <a:latin typeface="Arial"/>
                <a:cs typeface="Arial"/>
              </a:rPr>
              <a:t> </a:t>
            </a:r>
            <a:r>
              <a:rPr sz="1188" b="1" dirty="0">
                <a:latin typeface="Arial"/>
                <a:cs typeface="Arial"/>
              </a:rPr>
              <a:t>By</a:t>
            </a:r>
            <a:r>
              <a:rPr sz="1188" b="1" spc="-63" dirty="0">
                <a:latin typeface="Arial"/>
                <a:cs typeface="Arial"/>
              </a:rPr>
              <a:t> </a:t>
            </a:r>
            <a:r>
              <a:rPr sz="1188" b="1" spc="-31" dirty="0">
                <a:latin typeface="Arial"/>
                <a:cs typeface="Arial"/>
              </a:rPr>
              <a:t>:</a:t>
            </a:r>
            <a:endParaRPr lang="en-US" sz="1188" b="1" spc="-31" dirty="0">
              <a:latin typeface="Arial"/>
              <a:cs typeface="Arial"/>
            </a:endParaRPr>
          </a:p>
          <a:p>
            <a:pPr marL="7938" marR="3175">
              <a:lnSpc>
                <a:spcPct val="160400"/>
              </a:lnSpc>
              <a:spcBef>
                <a:spcPts val="63"/>
              </a:spcBef>
            </a:pPr>
            <a:r>
              <a:rPr lang="en-US" sz="1188" b="1" spc="-19" dirty="0">
                <a:latin typeface="Arial MT"/>
                <a:cs typeface="Arial"/>
              </a:rPr>
              <a:t>Gaurav </a:t>
            </a:r>
            <a:r>
              <a:rPr lang="en-US" sz="1188" b="1" spc="-19" dirty="0" err="1">
                <a:latin typeface="Arial MT"/>
                <a:cs typeface="Arial"/>
              </a:rPr>
              <a:t>Khadilkar</a:t>
            </a:r>
            <a:r>
              <a:rPr sz="1188" b="1" spc="-6" dirty="0">
                <a:latin typeface="Arial MT"/>
                <a:cs typeface="Arial MT"/>
              </a:rPr>
              <a:t> </a:t>
            </a:r>
            <a:endParaRPr lang="en-US" sz="1188" b="1" spc="-6" dirty="0">
              <a:latin typeface="Arial MT"/>
              <a:cs typeface="Arial MT"/>
            </a:endParaRPr>
          </a:p>
          <a:p>
            <a:pPr marL="7938" marR="3175">
              <a:lnSpc>
                <a:spcPct val="160400"/>
              </a:lnSpc>
              <a:spcBef>
                <a:spcPts val="63"/>
              </a:spcBef>
            </a:pPr>
            <a:r>
              <a:rPr lang="en-US" sz="1188" b="1" spc="-22" dirty="0">
                <a:latin typeface="Arial MT"/>
                <a:cs typeface="Arial MT"/>
              </a:rPr>
              <a:t>Pratik </a:t>
            </a:r>
            <a:r>
              <a:rPr lang="en-US" sz="1188" b="1" spc="-22" dirty="0" err="1">
                <a:latin typeface="Arial MT"/>
                <a:cs typeface="Arial MT"/>
              </a:rPr>
              <a:t>Khairwar</a:t>
            </a:r>
            <a:r>
              <a:rPr sz="1188" b="1" spc="-6" dirty="0">
                <a:latin typeface="Arial MT"/>
                <a:cs typeface="Arial MT"/>
              </a:rPr>
              <a:t> </a:t>
            </a:r>
            <a:endParaRPr lang="en-US" sz="1188" b="1" spc="-6" dirty="0">
              <a:latin typeface="Arial MT"/>
              <a:cs typeface="Arial MT"/>
            </a:endParaRPr>
          </a:p>
          <a:p>
            <a:pPr marL="7938" marR="3175">
              <a:lnSpc>
                <a:spcPct val="160400"/>
              </a:lnSpc>
              <a:spcBef>
                <a:spcPts val="63"/>
              </a:spcBef>
            </a:pPr>
            <a:r>
              <a:rPr lang="en-US" sz="1188" b="1" spc="-19" dirty="0">
                <a:latin typeface="Arial MT"/>
                <a:cs typeface="Arial MT"/>
              </a:rPr>
              <a:t>Chetankumar Meshram</a:t>
            </a:r>
            <a:endParaRPr lang="en-US" sz="1188" b="1" spc="-6" dirty="0">
              <a:latin typeface="Arial MT"/>
              <a:cs typeface="Arial MT"/>
            </a:endParaRPr>
          </a:p>
          <a:p>
            <a:pPr marL="7938" marR="3175">
              <a:lnSpc>
                <a:spcPct val="160400"/>
              </a:lnSpc>
              <a:spcBef>
                <a:spcPts val="63"/>
              </a:spcBef>
            </a:pPr>
            <a:r>
              <a:rPr lang="en-US" sz="1188" b="1" spc="-22" dirty="0">
                <a:latin typeface="Arial MT"/>
                <a:cs typeface="Arial MT"/>
              </a:rPr>
              <a:t>Himanshu Sharma</a:t>
            </a:r>
            <a:endParaRPr lang="en-US" sz="1188" b="1" spc="-16" dirty="0">
              <a:latin typeface="Arial MT"/>
              <a:cs typeface="Arial MT"/>
            </a:endParaRPr>
          </a:p>
          <a:p>
            <a:pPr marL="7938" marR="3175">
              <a:lnSpc>
                <a:spcPct val="160400"/>
              </a:lnSpc>
              <a:spcBef>
                <a:spcPts val="63"/>
              </a:spcBef>
            </a:pPr>
            <a:r>
              <a:rPr sz="1188" b="1" spc="-16" dirty="0">
                <a:latin typeface="Arial MT"/>
                <a:cs typeface="Arial MT"/>
              </a:rPr>
              <a:t> </a:t>
            </a:r>
            <a:r>
              <a:rPr lang="en-US" sz="1188" b="1" spc="-22" dirty="0">
                <a:latin typeface="Arial MT"/>
                <a:cs typeface="Arial MT"/>
              </a:rPr>
              <a:t>Kaivalya </a:t>
            </a:r>
            <a:r>
              <a:rPr lang="en-US" sz="1188" b="1" spc="-22" dirty="0" err="1">
                <a:latin typeface="Arial MT"/>
                <a:cs typeface="Arial MT"/>
              </a:rPr>
              <a:t>Tannirwa</a:t>
            </a:r>
            <a:r>
              <a:rPr lang="en-US" sz="1188" spc="-22" dirty="0" err="1">
                <a:latin typeface="Arial MT"/>
                <a:cs typeface="Arial MT"/>
              </a:rPr>
              <a:t>r</a:t>
            </a:r>
            <a:endParaRPr sz="1188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23518" y="4267482"/>
            <a:ext cx="694928" cy="1431386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pPr marL="7938" marR="3175" indent="27384" algn="just">
              <a:lnSpc>
                <a:spcPct val="160300"/>
              </a:lnSpc>
              <a:spcBef>
                <a:spcPts val="56"/>
              </a:spcBef>
            </a:pPr>
            <a:r>
              <a:rPr sz="1188" b="1" spc="-22" dirty="0">
                <a:latin typeface="Arial MT"/>
                <a:cs typeface="Arial MT"/>
              </a:rPr>
              <a:t>CSE</a:t>
            </a:r>
            <a:r>
              <a:rPr lang="en-US" sz="1188" b="1" spc="-22" dirty="0">
                <a:latin typeface="Arial MT"/>
                <a:cs typeface="Arial MT"/>
              </a:rPr>
              <a:t>B802</a:t>
            </a:r>
            <a:r>
              <a:rPr sz="1188" b="1" spc="-22" dirty="0">
                <a:latin typeface="Arial MT"/>
                <a:cs typeface="Arial MT"/>
              </a:rPr>
              <a:t> </a:t>
            </a:r>
            <a:r>
              <a:rPr sz="1188" b="1" spc="-6" dirty="0">
                <a:latin typeface="Arial MT"/>
                <a:cs typeface="Arial MT"/>
              </a:rPr>
              <a:t>CSE</a:t>
            </a:r>
            <a:r>
              <a:rPr lang="en-US" sz="1188" b="1" spc="-6" dirty="0">
                <a:latin typeface="Arial MT"/>
                <a:cs typeface="Arial MT"/>
              </a:rPr>
              <a:t>B803</a:t>
            </a:r>
            <a:r>
              <a:rPr sz="1188" b="1" spc="-6" dirty="0">
                <a:latin typeface="Arial MT"/>
                <a:cs typeface="Arial MT"/>
              </a:rPr>
              <a:t> CSE</a:t>
            </a:r>
            <a:r>
              <a:rPr lang="en-US" sz="1188" b="1" spc="-6" dirty="0">
                <a:latin typeface="Arial MT"/>
                <a:cs typeface="Arial MT"/>
              </a:rPr>
              <a:t>B814</a:t>
            </a:r>
            <a:r>
              <a:rPr sz="1188" b="1" spc="-6" dirty="0">
                <a:latin typeface="Arial MT"/>
                <a:cs typeface="Arial MT"/>
              </a:rPr>
              <a:t> CSEB</a:t>
            </a:r>
            <a:r>
              <a:rPr lang="en-US" sz="1188" b="1" spc="-6" dirty="0">
                <a:latin typeface="Arial MT"/>
                <a:cs typeface="Arial MT"/>
              </a:rPr>
              <a:t>844</a:t>
            </a:r>
            <a:r>
              <a:rPr sz="1188" b="1" spc="-6" dirty="0">
                <a:latin typeface="Arial MT"/>
                <a:cs typeface="Arial MT"/>
              </a:rPr>
              <a:t> CSE</a:t>
            </a:r>
            <a:r>
              <a:rPr lang="en-US" sz="1188" b="1" spc="-6" dirty="0">
                <a:latin typeface="Arial MT"/>
                <a:cs typeface="Arial MT"/>
              </a:rPr>
              <a:t>A850</a:t>
            </a:r>
            <a:endParaRPr sz="1188" b="1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07625" y="5932954"/>
            <a:ext cx="2861072" cy="190422"/>
          </a:xfrm>
          <a:prstGeom prst="rect">
            <a:avLst/>
          </a:prstGeom>
        </p:spPr>
        <p:txBody>
          <a:bodyPr vert="horz" wrap="square" lIns="0" tIns="7541" rIns="0" bIns="0" rtlCol="0">
            <a:spAutoFit/>
          </a:bodyPr>
          <a:lstStyle/>
          <a:p>
            <a:pPr marL="7938">
              <a:spcBef>
                <a:spcPts val="59"/>
              </a:spcBef>
            </a:pPr>
            <a:r>
              <a:rPr sz="1200" b="1" spc="-25" dirty="0">
                <a:latin typeface="Arial"/>
                <a:cs typeface="Arial"/>
              </a:rPr>
              <a:t>Project</a:t>
            </a:r>
            <a:r>
              <a:rPr sz="1200" b="1" spc="-47" dirty="0">
                <a:latin typeface="Arial"/>
                <a:cs typeface="Arial"/>
              </a:rPr>
              <a:t> </a:t>
            </a:r>
            <a:r>
              <a:rPr sz="1200" b="1" spc="-31" dirty="0">
                <a:latin typeface="Arial"/>
                <a:cs typeface="Arial"/>
              </a:rPr>
              <a:t>In-</a:t>
            </a:r>
            <a:r>
              <a:rPr sz="1200" b="1" spc="-25" dirty="0">
                <a:latin typeface="Arial"/>
                <a:cs typeface="Arial"/>
              </a:rPr>
              <a:t>charge</a:t>
            </a:r>
            <a:r>
              <a:rPr sz="1200" b="1" spc="-53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:</a:t>
            </a:r>
            <a:r>
              <a:rPr lang="en-IN" sz="1200" b="1" spc="-28" dirty="0">
                <a:latin typeface="Arial MT"/>
                <a:cs typeface="Arial"/>
              </a:rPr>
              <a:t> </a:t>
            </a:r>
            <a:r>
              <a:rPr lang="en-IN" sz="1200" spc="-28" dirty="0" err="1">
                <a:latin typeface="Arial MT"/>
                <a:cs typeface="Arial"/>
              </a:rPr>
              <a:t>Dr.</a:t>
            </a:r>
            <a:r>
              <a:rPr lang="en-IN" sz="1200" spc="-28" dirty="0">
                <a:latin typeface="Arial MT"/>
                <a:cs typeface="Arial"/>
              </a:rPr>
              <a:t> Manisha </a:t>
            </a:r>
            <a:r>
              <a:rPr lang="en-IN" sz="1188" spc="-28" dirty="0" err="1">
                <a:latin typeface="Arial MT"/>
                <a:cs typeface="Arial"/>
              </a:rPr>
              <a:t>Pise</a:t>
            </a:r>
            <a:endParaRPr sz="1188" dirty="0">
              <a:latin typeface="Arial MT"/>
              <a:cs typeface="Arial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7D2693-6391-3A6B-0413-BD1B4F144847}"/>
              </a:ext>
            </a:extLst>
          </p:cNvPr>
          <p:cNvSpPr txBox="1"/>
          <p:nvPr/>
        </p:nvSpPr>
        <p:spPr>
          <a:xfrm>
            <a:off x="792917" y="5858888"/>
            <a:ext cx="3071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 Guided By </a:t>
            </a:r>
            <a:r>
              <a:rPr lang="en-US" sz="1400" dirty="0"/>
              <a:t>: </a:t>
            </a:r>
            <a:r>
              <a:rPr lang="en-IN" sz="1400" spc="-47" dirty="0" err="1">
                <a:latin typeface="Arial MT"/>
                <a:cs typeface="Arial MT"/>
              </a:rPr>
              <a:t>Dr.</a:t>
            </a:r>
            <a:r>
              <a:rPr lang="en-IN" sz="1400" spc="-53" dirty="0">
                <a:latin typeface="Arial MT"/>
                <a:cs typeface="Arial MT"/>
              </a:rPr>
              <a:t> </a:t>
            </a:r>
            <a:r>
              <a:rPr lang="en-IN" sz="1400" spc="-22" dirty="0">
                <a:latin typeface="Arial MT"/>
                <a:cs typeface="Arial MT"/>
              </a:rPr>
              <a:t>Nitin</a:t>
            </a:r>
            <a:r>
              <a:rPr lang="en-IN" sz="1400" spc="-47" dirty="0">
                <a:latin typeface="Arial MT"/>
                <a:cs typeface="Arial MT"/>
              </a:rPr>
              <a:t> </a:t>
            </a:r>
            <a:r>
              <a:rPr lang="en-IN" sz="1400" spc="-28" dirty="0" err="1">
                <a:latin typeface="Arial MT"/>
                <a:cs typeface="Arial MT"/>
              </a:rPr>
              <a:t>Janwe</a:t>
            </a:r>
            <a:r>
              <a:rPr lang="en-IN" sz="1400" spc="-41" dirty="0">
                <a:latin typeface="Arial MT"/>
                <a:cs typeface="Arial MT"/>
              </a:rPr>
              <a:t> </a:t>
            </a:r>
            <a:endParaRPr lang="en-IN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F7B713-9802-7B28-2766-3F08A49BB36E}"/>
              </a:ext>
            </a:extLst>
          </p:cNvPr>
          <p:cNvSpPr txBox="1"/>
          <p:nvPr/>
        </p:nvSpPr>
        <p:spPr>
          <a:xfrm>
            <a:off x="3411794" y="6123376"/>
            <a:ext cx="21827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Dr</a:t>
            </a:r>
            <a:r>
              <a:rPr lang="en-IN" sz="1600" spc="-47" dirty="0">
                <a:latin typeface="Arial MT"/>
                <a:cs typeface="Arial MT"/>
              </a:rPr>
              <a:t>.</a:t>
            </a:r>
            <a:r>
              <a:rPr lang="en-IN" sz="1600" spc="-53" dirty="0">
                <a:latin typeface="Arial MT"/>
                <a:cs typeface="Arial MT"/>
              </a:rPr>
              <a:t> </a:t>
            </a:r>
            <a:r>
              <a:rPr lang="en-IN" sz="1400" spc="-22" dirty="0">
                <a:latin typeface="Arial MT"/>
                <a:cs typeface="Arial MT"/>
              </a:rPr>
              <a:t>Nitin</a:t>
            </a:r>
            <a:r>
              <a:rPr lang="en-IN" sz="1400" spc="-47" dirty="0">
                <a:latin typeface="Arial MT"/>
                <a:cs typeface="Arial MT"/>
              </a:rPr>
              <a:t> </a:t>
            </a:r>
            <a:r>
              <a:rPr lang="en-IN" sz="1400" spc="-28" dirty="0" err="1">
                <a:latin typeface="Arial MT"/>
                <a:cs typeface="Arial MT"/>
              </a:rPr>
              <a:t>Janwe</a:t>
            </a:r>
            <a:r>
              <a:rPr lang="en-IN" sz="1400" spc="-41" dirty="0">
                <a:latin typeface="Arial MT"/>
                <a:cs typeface="Arial MT"/>
              </a:rPr>
              <a:t> </a:t>
            </a:r>
            <a:endParaRPr lang="en-IN" sz="1400" spc="-16" dirty="0">
              <a:latin typeface="Arial MT"/>
              <a:cs typeface="Arial MT"/>
            </a:endParaRPr>
          </a:p>
          <a:p>
            <a:r>
              <a:rPr lang="en-IN" sz="1400" spc="-16" dirty="0">
                <a:latin typeface="Arial MT"/>
              </a:rPr>
              <a:t>HOD , CSE Dept.</a:t>
            </a:r>
            <a:endParaRPr lang="en-IN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F3301D-64C5-564D-37F7-5C9B201DFFF9}"/>
              </a:ext>
            </a:extLst>
          </p:cNvPr>
          <p:cNvSpPr txBox="1"/>
          <p:nvPr/>
        </p:nvSpPr>
        <p:spPr>
          <a:xfrm>
            <a:off x="127819" y="127819"/>
            <a:ext cx="9016181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>
              <a:defRPr sz="20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Rajiv Gandhi College of Engineering, Research &amp; Technology, Chandrapur </a:t>
            </a:r>
          </a:p>
          <a:p>
            <a:pPr algn="ctr" defTabSz="457200">
              <a:defRPr sz="20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Department of Computer Science &amp; Engineering</a:t>
            </a:r>
            <a:endParaRPr lang="en-US" sz="1900" dirty="0"/>
          </a:p>
          <a:p>
            <a:pPr algn="just" defTabSz="457200"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Institute Vision</a:t>
            </a:r>
          </a:p>
          <a:p>
            <a:pPr algn="just" defTabSz="457200"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To be on forefront to impart quality education to address societal and industrial needs and imbibe career skills through perseverance and practice. </a:t>
            </a:r>
          </a:p>
          <a:p>
            <a:pPr algn="just" defTabSz="457200"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Institute Mission </a:t>
            </a:r>
          </a:p>
          <a:p>
            <a:pPr algn="just" defTabSz="457200"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M1. To adapt innovative student centric learning methods based on understanding and practice. </a:t>
            </a:r>
          </a:p>
          <a:p>
            <a:pPr algn="just" defTabSz="457200"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M2.To enhance professional and entrepreneurial skills. </a:t>
            </a:r>
          </a:p>
          <a:p>
            <a:pPr algn="just" defTabSz="457200"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M3.To motivate students to meet dynamic needs of the society with novelty and creativity. </a:t>
            </a:r>
          </a:p>
          <a:p>
            <a:pPr algn="just" defTabSz="457200"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M4.To promote research and continuing education to keep the country ahead. </a:t>
            </a:r>
          </a:p>
          <a:p>
            <a:pPr algn="just" defTabSz="457200"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M5.To promote the mindset to acquire local solutions to local problems (LS2LP). Department Vision To be a </a:t>
            </a:r>
            <a:r>
              <a:rPr lang="en-US" dirty="0" err="1"/>
              <a:t>centre</a:t>
            </a:r>
            <a:r>
              <a:rPr lang="en-US" dirty="0"/>
              <a:t> of excellence in Computer Science &amp; Engineering by imparting knowledge, professional skills and human values.</a:t>
            </a:r>
          </a:p>
          <a:p>
            <a:pPr algn="just" defTabSz="457200"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Department Mission </a:t>
            </a:r>
          </a:p>
          <a:p>
            <a:pPr algn="just" defTabSz="457200"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M1. To create encouraging learning environment by adapting innovative student centric learning methods promoting quality education and research. </a:t>
            </a:r>
          </a:p>
          <a:p>
            <a:pPr algn="just" defTabSz="457200"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M2. To make students competent professionals and entrepreneurs by imparting career skills and ethics. </a:t>
            </a:r>
          </a:p>
          <a:p>
            <a:pPr algn="just" defTabSz="457200"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M3. To impart quality industry oriented education through industrial internships, industrial projects and partnering with industries to make students corporate ready. </a:t>
            </a:r>
          </a:p>
        </p:txBody>
      </p:sp>
    </p:spTree>
    <p:extLst>
      <p:ext uri="{BB962C8B-B14F-4D97-AF65-F5344CB8AC3E}">
        <p14:creationId xmlns:p14="http://schemas.microsoft.com/office/powerpoint/2010/main" val="293427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gramme Educational Objectives…">
            <a:extLst>
              <a:ext uri="{FF2B5EF4-FFF2-40B4-BE49-F238E27FC236}">
                <a16:creationId xmlns:a16="http://schemas.microsoft.com/office/drawing/2014/main" id="{2521A01C-40A3-DD63-4A18-F5B08ABB2BA9}"/>
              </a:ext>
            </a:extLst>
          </p:cNvPr>
          <p:cNvSpPr txBox="1"/>
          <p:nvPr/>
        </p:nvSpPr>
        <p:spPr>
          <a:xfrm>
            <a:off x="0" y="387719"/>
            <a:ext cx="9144000" cy="623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defTabSz="457200">
              <a:defRPr sz="19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 err="1"/>
              <a:t>Programme</a:t>
            </a:r>
            <a:r>
              <a:rPr dirty="0"/>
              <a:t> Educational Objectives </a:t>
            </a:r>
          </a:p>
          <a:p>
            <a:pPr defTabSz="457200"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PEO1: Impart quality industry oriented education, strong fundamentals and problem solving approach through student centric learning methods for product development and handle real time problems. </a:t>
            </a:r>
          </a:p>
          <a:p>
            <a:pPr defTabSz="457200"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PEO2: Possess good communication skills and ethics in line with corporate environments to serve the industry &amp; society. </a:t>
            </a:r>
          </a:p>
          <a:p>
            <a:pPr defTabSz="457200"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PEO3: Create Competent Professionals &amp; entrepreneurs by imparting Career skills, leadership qualities and research</a:t>
            </a:r>
          </a:p>
          <a:p>
            <a:pPr defTabSz="457200"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 </a:t>
            </a:r>
          </a:p>
          <a:p>
            <a:pPr defTabSz="457200">
              <a:defRPr sz="19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Program Specific Outcomes: </a:t>
            </a:r>
          </a:p>
          <a:p>
            <a:pPr defTabSz="457200"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PSO1: Foundation of Computer System: Ability to understand the principles and working of computer systems. Students can assess the hardware and software aspects of computer systems. </a:t>
            </a:r>
          </a:p>
          <a:p>
            <a:pPr defTabSz="457200"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PSO2: Foundations of Software development: Ability to understand the structure and development methodologies of software systems. Possess professional skills and knowledge of software design process. Familiarity and practical competence with a range of programming languages and platforms like Cloud Computing, Web based and Mobile applications, Image and Video Processing, Artificial Intelligence &amp; Machine Learning. </a:t>
            </a:r>
          </a:p>
          <a:p>
            <a:pPr defTabSz="457200"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PSO3: Foundation of mathematical concepts: Ability to apply mathematical methodologies to solve computational tasks, model real world problems using appropriate data structures and suitable algorithms</a:t>
            </a:r>
          </a:p>
        </p:txBody>
      </p:sp>
    </p:spTree>
    <p:extLst>
      <p:ext uri="{BB962C8B-B14F-4D97-AF65-F5344CB8AC3E}">
        <p14:creationId xmlns:p14="http://schemas.microsoft.com/office/powerpoint/2010/main" val="412147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90558" y="443545"/>
            <a:ext cx="4369594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7938" marR="3175">
              <a:lnSpc>
                <a:spcPts val="4813"/>
              </a:lnSpc>
            </a:pPr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Abstract</a:t>
            </a:r>
            <a:endParaRPr sz="3844" dirty="0"/>
          </a:p>
        </p:txBody>
      </p:sp>
      <p:sp>
        <p:nvSpPr>
          <p:cNvPr id="4" name="object 4"/>
          <p:cNvSpPr txBox="1"/>
          <p:nvPr/>
        </p:nvSpPr>
        <p:spPr>
          <a:xfrm>
            <a:off x="466026" y="1400980"/>
            <a:ext cx="8609148" cy="6234576"/>
          </a:xfrm>
          <a:prstGeom prst="rect">
            <a:avLst/>
          </a:prstGeom>
        </p:spPr>
        <p:txBody>
          <a:bodyPr vert="horz" wrap="square" lIns="0" tIns="7541" rIns="0" bIns="0" rtlCol="0">
            <a:spAutoFit/>
          </a:bodyPr>
          <a:lstStyle/>
          <a:p>
            <a:pPr marL="465138" marR="3175" indent="-457200">
              <a:lnSpc>
                <a:spcPct val="132400"/>
              </a:lnSpc>
              <a:spcBef>
                <a:spcPts val="59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b="1" dirty="0"/>
              <a:t>"</a:t>
            </a:r>
            <a:r>
              <a:rPr lang="en-US" sz="2800" b="1" dirty="0" err="1"/>
              <a:t>BookAR</a:t>
            </a:r>
            <a:r>
              <a:rPr lang="en-US" sz="2800" b="1" dirty="0"/>
              <a:t>: Augmented Reality Experience for Traditional Books"</a:t>
            </a:r>
            <a:r>
              <a:rPr lang="en-US" sz="2800" dirty="0"/>
              <a:t> project explores the integration of Augmented Reality (AR) technology with physical books to revolutionize the traditional reading experience. </a:t>
            </a:r>
          </a:p>
          <a:p>
            <a:pPr marL="465138" marR="3175" indent="-457200">
              <a:lnSpc>
                <a:spcPct val="132400"/>
              </a:lnSpc>
              <a:spcBef>
                <a:spcPts val="59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The project aims to provide a more engaging and dynamic way to consume educational, literary, and instructional content by transforming conventional books into interactive and multimedia-rich learning tools.</a:t>
            </a:r>
          </a:p>
          <a:p>
            <a:pPr marL="7938" marR="3175">
              <a:lnSpc>
                <a:spcPct val="132400"/>
              </a:lnSpc>
              <a:spcBef>
                <a:spcPts val="59"/>
              </a:spcBef>
            </a:pPr>
            <a:endParaRPr lang="en-US" sz="2800" dirty="0"/>
          </a:p>
          <a:p>
            <a:pPr marL="7938" marR="3175">
              <a:lnSpc>
                <a:spcPct val="132400"/>
              </a:lnSpc>
              <a:spcBef>
                <a:spcPts val="59"/>
              </a:spcBef>
            </a:pPr>
            <a:endParaRPr sz="2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09197-EAB9-2211-CEF9-FCDFE96B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9525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BFF0D2-0A5C-085C-3275-ED188F2EFB8B}"/>
              </a:ext>
            </a:extLst>
          </p:cNvPr>
          <p:cNvSpPr txBox="1"/>
          <p:nvPr/>
        </p:nvSpPr>
        <p:spPr>
          <a:xfrm>
            <a:off x="550607" y="1272525"/>
            <a:ext cx="735452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AR BOOKS uses Augmented Reality (AR) to bridge the gap between traditional books and digital media.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It overlays digital content onto the physical pages, enhancing the reading experience.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project enhances physical books with interactive 3D models, animations, and videos, making learning and storytelling engaging.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69203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Modules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sz="3200" dirty="0"/>
              <a:t> </a:t>
            </a:r>
            <a:r>
              <a:rPr lang="en-US" sz="3200" b="1" dirty="0"/>
              <a:t>Module 1</a:t>
            </a:r>
            <a:r>
              <a:rPr lang="en-US" sz="3200" dirty="0"/>
              <a:t> : </a:t>
            </a:r>
            <a:r>
              <a:rPr lang="en-US" sz="3200" b="1" dirty="0"/>
              <a:t>Book Upload and File Handling</a:t>
            </a:r>
            <a:r>
              <a:rPr lang="en-US" sz="3200" dirty="0"/>
              <a:t>: Handles uploading and processing of PDF files.</a:t>
            </a:r>
          </a:p>
          <a:p>
            <a:pPr lvl="0"/>
            <a:r>
              <a:rPr lang="en-US" sz="3200" b="1" dirty="0"/>
              <a:t> Module 2 :AR Content Mapping</a:t>
            </a:r>
            <a:r>
              <a:rPr lang="en-US" sz="3200" dirty="0"/>
              <a:t>: Associates specific book pages with corresponding AR content.</a:t>
            </a:r>
          </a:p>
          <a:p>
            <a:pPr lvl="0"/>
            <a:r>
              <a:rPr lang="en-US" sz="3200" dirty="0"/>
              <a:t> </a:t>
            </a:r>
            <a:r>
              <a:rPr lang="en-US" sz="3000" b="1" dirty="0"/>
              <a:t>Module 3 </a:t>
            </a:r>
            <a:r>
              <a:rPr lang="en-US" sz="3200" dirty="0"/>
              <a:t>: </a:t>
            </a:r>
            <a:r>
              <a:rPr lang="en-US" sz="3200" b="1" dirty="0"/>
              <a:t>Marker Recognition</a:t>
            </a:r>
            <a:r>
              <a:rPr lang="en-US" sz="3200" dirty="0"/>
              <a:t>: Detects and triggers AR content using page markers.</a:t>
            </a:r>
          </a:p>
          <a:p>
            <a:pPr lvl="0"/>
            <a:r>
              <a:rPr lang="en-US" sz="3200" dirty="0"/>
              <a:t> </a:t>
            </a:r>
            <a:r>
              <a:rPr lang="en-US" sz="3200" b="1" dirty="0"/>
              <a:t>Module 4 </a:t>
            </a:r>
            <a:r>
              <a:rPr lang="en-US" sz="3200" dirty="0"/>
              <a:t>: </a:t>
            </a:r>
            <a:r>
              <a:rPr lang="en-US" sz="3200" b="1" dirty="0"/>
              <a:t>3D Rendering and User Interaction</a:t>
            </a:r>
            <a:r>
              <a:rPr lang="en-US" sz="3200" dirty="0"/>
              <a:t>: Renders interactive 3D models and animations using A-Frame and AR.js.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err="1"/>
              <a:t>BookAR</a:t>
            </a:r>
            <a:r>
              <a:rPr lang="en-IN" dirty="0"/>
              <a:t> Project – Second Module</a:t>
            </a:r>
            <a:br>
              <a:rPr lang="en-IN" dirty="0"/>
            </a:br>
            <a:r>
              <a:rPr lang="en-IN" b="1" dirty="0"/>
              <a:t>CONTENT MAPPING 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86812"/>
            <a:ext cx="8229600" cy="4679301"/>
          </a:xfrm>
        </p:spPr>
        <p:txBody>
          <a:bodyPr>
            <a:normAutofit/>
          </a:bodyPr>
          <a:lstStyle/>
          <a:p>
            <a:r>
              <a:rPr lang="en-US" dirty="0"/>
              <a:t>The AR Content Mapping Module in  </a:t>
            </a:r>
            <a:r>
              <a:rPr lang="en-US" dirty="0" err="1"/>
              <a:t>BookAR</a:t>
            </a:r>
            <a:r>
              <a:rPr lang="en-US" dirty="0"/>
              <a:t> project is designed to link the pages of a physical book with augmented reality (AR) content, providing an immersive and interactive experience for users. Here’s a detailed explanation of how this module works: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EE083-BECF-5354-29DB-D24763FAE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320" y="30280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Key Functions of the AR Content Mapping Module</a:t>
            </a:r>
            <a:br>
              <a:rPr lang="en-US" b="1" dirty="0"/>
            </a:b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4635475-29BF-B1A7-50E2-24620316AC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6900" y="4875703"/>
            <a:ext cx="883397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B2E160-8BF6-6973-CC65-C16510F2F975}"/>
              </a:ext>
            </a:extLst>
          </p:cNvPr>
          <p:cNvSpPr txBox="1"/>
          <p:nvPr/>
        </p:nvSpPr>
        <p:spPr>
          <a:xfrm>
            <a:off x="386080" y="4937760"/>
            <a:ext cx="8300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55B94E29-E050-CB97-5C56-5DF2789D4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900" y="1703145"/>
            <a:ext cx="8917100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Interaction and Page Selection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module provides a user interface where users can select a specific page of the book using a dropdown menu.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dropdown menu is populated dynamically with the number of pages extracted from the uploaded PDF (handled in the first module).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Uploading AR Content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Users can upload various types of digital AR content, such as:      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3DModels, Animations ,Videos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,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Audio,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uploaded AR content is linked to the selected page in the PDF,   ensuring the right digital content is associated with the correct page.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409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399ED-B062-34B6-BB59-59450AA24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0217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350B98-CCE7-6A33-7EBF-328DC8AB86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801080"/>
            <a:ext cx="8229600" cy="412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Mapping AR Content to Pages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AR content is uploaded and a page is selected, the     module creates a mapping between the page and the digital content.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mapping information is stored in an object 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arContentMap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where the page number is the key and the  content file name is the value.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mapped AR content is displayed in a list to show which pages have associated AR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070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769B51-9FED-6AB9-CAF9-E6B4ABA19CC9}"/>
              </a:ext>
            </a:extLst>
          </p:cNvPr>
          <p:cNvSpPr txBox="1"/>
          <p:nvPr/>
        </p:nvSpPr>
        <p:spPr>
          <a:xfrm>
            <a:off x="1494503" y="594997"/>
            <a:ext cx="688258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/>
              <a:t>CONTENT PREVIEW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EE4C8E-B9A6-0A01-8C0F-8C2F96FC8FB8}"/>
              </a:ext>
            </a:extLst>
          </p:cNvPr>
          <p:cNvSpPr txBox="1"/>
          <p:nvPr/>
        </p:nvSpPr>
        <p:spPr>
          <a:xfrm>
            <a:off x="707923" y="1807043"/>
            <a:ext cx="815094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/>
              <a:t>BookAR</a:t>
            </a:r>
            <a:r>
              <a:rPr lang="en-US" sz="3200" dirty="0"/>
              <a:t> offers an interactive augmented reality experience that enhances traditional reading.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This system allows users to upload any physical book, enabling AR content to be overlaid when users scan book pages.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 content preview features 3D models, videos, animations, and more, bringing each page to life.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659290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6979D-2E35-6562-C25F-07130A6D3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MAPPING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03AAC-2CA3-DE2A-D93C-913F56E62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Editing Mapping is the process of associating AR content with specific pages of the book.</a:t>
            </a:r>
          </a:p>
          <a:p>
            <a:r>
              <a:rPr lang="en-US" dirty="0"/>
              <a:t>The editing process allows the creation of dynamic AR experiences for various books.</a:t>
            </a:r>
          </a:p>
          <a:p>
            <a:r>
              <a:rPr lang="en-US" dirty="0"/>
              <a:t>AR models, videos, and interactive features can be mapped to specific book pages using custom markers or QR codes.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69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Remove Mapping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Removing AR content mapping is equally important for managing the AR experiences.</a:t>
            </a:r>
          </a:p>
          <a:p>
            <a:r>
              <a:rPr lang="en-US"/>
              <a:t>If a user wants to disable AR content or update the mapping to new markers, the system allows easy removal and reconfiguration.</a:t>
            </a:r>
          </a:p>
          <a:p>
            <a:r>
              <a:rPr lang="en-US"/>
              <a:t>This feature ensures flexibility and provides control over what content is displayed with each book.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55E9F-68E1-44C6-F7D4-1664C22BB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DB504-F0A5-F248-4391-3727CE755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7BBFE9-6E14-4499-E5C5-61A511DA1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655" y="0"/>
            <a:ext cx="7024254" cy="62761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B4B8FE-E78D-9A79-5985-F395FFDC8ABD}"/>
              </a:ext>
            </a:extLst>
          </p:cNvPr>
          <p:cNvSpPr txBox="1"/>
          <p:nvPr/>
        </p:nvSpPr>
        <p:spPr>
          <a:xfrm>
            <a:off x="2540576" y="6227838"/>
            <a:ext cx="5346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AR Content Mapping Flowchart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959529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41EE7-55A3-7A45-9C2D-BCC50FA7E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529937"/>
            <a:ext cx="8229600" cy="5185064"/>
          </a:xfrm>
        </p:spPr>
        <p:txBody>
          <a:bodyPr>
            <a:noAutofit/>
          </a:bodyPr>
          <a:lstStyle/>
          <a:p>
            <a:r>
              <a:rPr lang="en-US" sz="2800" dirty="0"/>
              <a:t>The AR Content Mapping Module in </a:t>
            </a:r>
            <a:r>
              <a:rPr lang="en-US" sz="2800" dirty="0" err="1"/>
              <a:t>BookAR</a:t>
            </a:r>
            <a:r>
              <a:rPr lang="en-US" sz="2800" dirty="0"/>
              <a:t> enables users to map digital AR content to specific pages of an uploaded PDF book. The system extracts page images, which serve as markers for AR recognition. </a:t>
            </a:r>
          </a:p>
          <a:p>
            <a:r>
              <a:rPr lang="en-US" sz="2800" dirty="0"/>
              <a:t>Users then select a page and upload AR content such as 3D models, videos, audio, or images. The mapping is stored in a database, allowing users to preview their AR content, view existing mappings, and edit or remove them as needed. </a:t>
            </a:r>
          </a:p>
          <a:p>
            <a:r>
              <a:rPr lang="en-US" sz="2800" dirty="0"/>
              <a:t>This ensures an interactive AR experience without requiring external markers or cameras, as the book’s own pages act as the tracking elements for AR visualization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41804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ECE7A-350B-8BF5-8A72-1345D2EE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1828D-483A-A6A1-1DBD-A5189178E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41E454-17AB-5A58-484D-E6E0C9225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564" y="0"/>
            <a:ext cx="7220871" cy="60968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47BB4D-A907-7C4C-F1F1-5DE6BBA13BEC}"/>
              </a:ext>
            </a:extLst>
          </p:cNvPr>
          <p:cNvSpPr txBox="1"/>
          <p:nvPr/>
        </p:nvSpPr>
        <p:spPr>
          <a:xfrm>
            <a:off x="1714500" y="6279413"/>
            <a:ext cx="62033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Architectural Diagram for AR Content Mapping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226640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73710-58FE-C979-B46F-B88B5364B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AD5B6-0D35-BECB-DE62-5014AEA702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DBACE5-2203-2F46-34E3-F87315AEC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3326"/>
            <a:ext cx="9144000" cy="699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727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4C902-323F-FA00-C2D9-E1CC8FC16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715F3-5477-4348-9631-DC049EA52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06BA25-7FEE-A4A7-B7D4-E374D7AAD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253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587E2-2C0B-CC85-0915-4B6088864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27616-9600-DBAC-2491-54698E5B4F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A6436F-93B8-40EF-66F1-D3A02B4FD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902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20692-EBF9-8B06-1DD1-3150AD332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F767C-32A4-B162-A9A9-356165F8C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132327-30B3-9F2F-E30E-7FFF4B3F7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874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7DCC6D7-F2C1-95D0-D0C1-93BE5C5BD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" y="-193040"/>
            <a:ext cx="9141714" cy="7132320"/>
          </a:xfrm>
        </p:spPr>
      </p:pic>
    </p:spTree>
    <p:extLst>
      <p:ext uri="{BB962C8B-B14F-4D97-AF65-F5344CB8AC3E}">
        <p14:creationId xmlns:p14="http://schemas.microsoft.com/office/powerpoint/2010/main" val="131032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8296DF1-7BF0-5B16-1707-EA1DA04353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" y="0"/>
            <a:ext cx="9142857" cy="6858000"/>
          </a:xfrm>
        </p:spPr>
      </p:pic>
    </p:spTree>
    <p:extLst>
      <p:ext uri="{BB962C8B-B14F-4D97-AF65-F5344CB8AC3E}">
        <p14:creationId xmlns:p14="http://schemas.microsoft.com/office/powerpoint/2010/main" val="29505350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F73A0-73EF-5E67-ACED-87EF19EC1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246" y="98304"/>
            <a:ext cx="4820771" cy="2349470"/>
          </a:xfr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en-IN" dirty="0"/>
              <a:t>References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CA7D7-AA67-F8F1-F67A-FC352660F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465" y="1366683"/>
            <a:ext cx="8593393" cy="4611330"/>
          </a:xfrm>
        </p:spPr>
        <p:txBody>
          <a:bodyPr vert="horz" lIns="68580" tIns="34290" rIns="68580" bIns="34290" rtlCol="0" anchor="ctr">
            <a:noAutofit/>
          </a:bodyPr>
          <a:lstStyle/>
          <a:p>
            <a:r>
              <a:rPr lang="en-US" sz="2400" dirty="0" err="1"/>
              <a:t>Alyousify</a:t>
            </a:r>
            <a:r>
              <a:rPr lang="en-US" sz="2400" dirty="0"/>
              <a:t>, A. L., &amp; </a:t>
            </a:r>
            <a:r>
              <a:rPr lang="en-US" sz="2400" dirty="0" err="1"/>
              <a:t>Mstafa</a:t>
            </a:r>
            <a:r>
              <a:rPr lang="en-US" sz="2400" dirty="0"/>
              <a:t>, R. J. (2022). AR-assisted children's book for smart teaching and learning of Turkish alphabets. Virtual Reality &amp; Intelligent Hardware, 4(3), 263–277. </a:t>
            </a:r>
          </a:p>
          <a:p>
            <a:r>
              <a:rPr lang="en-US" sz="2400" dirty="0"/>
              <a:t>Adhikari, A., Tamang, R. R., &amp; Thapa, A. (2020). AR Book: </a:t>
            </a:r>
            <a:r>
              <a:rPr lang="en-US" sz="2400" dirty="0" err="1"/>
              <a:t>Learnopedia</a:t>
            </a:r>
            <a:r>
              <a:rPr lang="en-US" sz="2400" dirty="0"/>
              <a:t>. International Research Journal of Modernization in Engineering, Technology and Science, 2(6), 729–739. </a:t>
            </a:r>
          </a:p>
          <a:p>
            <a:r>
              <a:rPr lang="en-US" sz="2400" dirty="0"/>
              <a:t>Cai, S., Wang, X., Gao, M., &amp; Yu, S. (2012). Simulation Teaching in 3D Augmented Reality Environment. IIAI International Conference on Advanced Applied Informatics, 83–86. </a:t>
            </a:r>
          </a:p>
        </p:txBody>
      </p:sp>
    </p:spTree>
    <p:extLst>
      <p:ext uri="{BB962C8B-B14F-4D97-AF65-F5344CB8AC3E}">
        <p14:creationId xmlns:p14="http://schemas.microsoft.com/office/powerpoint/2010/main" val="12524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AD6F9-C932-69C1-D612-0DE4B5E9F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10030"/>
            <a:ext cx="8229600" cy="1143000"/>
          </a:xfrm>
        </p:spPr>
        <p:txBody>
          <a:bodyPr>
            <a:noAutofit/>
          </a:bodyPr>
          <a:lstStyle/>
          <a:p>
            <a:r>
              <a:rPr lang="en-US" sz="5400" dirty="0"/>
              <a:t>THANK YOU</a:t>
            </a:r>
            <a:br>
              <a:rPr lang="en-IN" sz="5400" dirty="0"/>
            </a:b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3871306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296</TotalTime>
  <Words>1315</Words>
  <Application>Microsoft Office PowerPoint</Application>
  <PresentationFormat>On-screen Show (4:3)</PresentationFormat>
  <Paragraphs>92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 Unicode MS</vt:lpstr>
      <vt:lpstr>Arial</vt:lpstr>
      <vt:lpstr>Arial MT</vt:lpstr>
      <vt:lpstr>Calibri</vt:lpstr>
      <vt:lpstr>Verdana</vt:lpstr>
      <vt:lpstr>Office Theme</vt:lpstr>
      <vt:lpstr>Rajiv Gandhi College of Engineering, Research and Technology</vt:lpstr>
      <vt:lpstr>PowerPoint Presentation</vt:lpstr>
      <vt:lpstr>PowerPoint Presentation</vt:lpstr>
      <vt:lpstr>Abstract</vt:lpstr>
      <vt:lpstr>INTRODUCTION</vt:lpstr>
      <vt:lpstr>Modules</vt:lpstr>
      <vt:lpstr>BookAR Project – Second Module CONTENT MAPPING </vt:lpstr>
      <vt:lpstr>Key Functions of the AR Content Mapping Module </vt:lpstr>
      <vt:lpstr>PowerPoint Presentation</vt:lpstr>
      <vt:lpstr>PowerPoint Presentation</vt:lpstr>
      <vt:lpstr>EDIT MAPPING</vt:lpstr>
      <vt:lpstr>Remove Mapping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ESHWAR</dc:creator>
  <cp:keywords/>
  <dc:description>generated using python-pptx</dc:description>
  <cp:lastModifiedBy>HIMANSHU SHARMA</cp:lastModifiedBy>
  <cp:revision>12</cp:revision>
  <dcterms:created xsi:type="dcterms:W3CDTF">2013-01-27T09:14:16Z</dcterms:created>
  <dcterms:modified xsi:type="dcterms:W3CDTF">2025-03-26T13:23:53Z</dcterms:modified>
  <cp:category/>
</cp:coreProperties>
</file>