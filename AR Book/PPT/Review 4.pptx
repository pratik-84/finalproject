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media/image2.jpg" ContentType="image/jpeg"/>
  <Override PartName="/ppt/media/image11.jpg" ContentType="image/jpeg"/>
  <Override PartName="/ppt/media/image13.jpg" ContentType="image/jpeg"/>
  <Override PartName="/ppt/media/image14.jpg" ContentType="image/jpeg"/>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7" r:id="rId2"/>
  </p:sldMasterIdLst>
  <p:sldIdLst>
    <p:sldId id="257" r:id="rId3"/>
    <p:sldId id="296" r:id="rId4"/>
    <p:sldId id="290" r:id="rId5"/>
    <p:sldId id="410" r:id="rId6"/>
    <p:sldId id="278" r:id="rId7"/>
    <p:sldId id="281" r:id="rId8"/>
    <p:sldId id="382" r:id="rId9"/>
    <p:sldId id="383" r:id="rId10"/>
    <p:sldId id="384" r:id="rId11"/>
    <p:sldId id="385" r:id="rId12"/>
    <p:sldId id="386" r:id="rId13"/>
    <p:sldId id="380" r:id="rId14"/>
    <p:sldId id="300" r:id="rId15"/>
    <p:sldId id="381" r:id="rId16"/>
    <p:sldId id="387" r:id="rId17"/>
    <p:sldId id="390" r:id="rId18"/>
    <p:sldId id="391" r:id="rId19"/>
    <p:sldId id="392" r:id="rId20"/>
    <p:sldId id="393" r:id="rId21"/>
    <p:sldId id="394" r:id="rId22"/>
    <p:sldId id="395" r:id="rId23"/>
    <p:sldId id="388" r:id="rId24"/>
    <p:sldId id="389" r:id="rId25"/>
    <p:sldId id="396" r:id="rId26"/>
    <p:sldId id="397" r:id="rId27"/>
    <p:sldId id="398" r:id="rId28"/>
    <p:sldId id="399" r:id="rId29"/>
    <p:sldId id="400" r:id="rId30"/>
    <p:sldId id="401" r:id="rId31"/>
    <p:sldId id="402" r:id="rId32"/>
    <p:sldId id="411" r:id="rId33"/>
    <p:sldId id="408" r:id="rId34"/>
    <p:sldId id="403" r:id="rId35"/>
    <p:sldId id="404" r:id="rId36"/>
    <p:sldId id="405" r:id="rId37"/>
    <p:sldId id="406" r:id="rId38"/>
    <p:sldId id="409"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0D573A-A669-404C-A223-C0737676C0C2}" v="140" dt="2025-06-13T05:43:55.6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04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MANSHU SHARMA" userId="d4b128edbff74741" providerId="LiveId" clId="{CC0D573A-A669-404C-A223-C0737676C0C2}"/>
    <pc:docChg chg="undo custSel addSld delSld modSld sldOrd modMainMaster">
      <pc:chgData name="HIMANSHU SHARMA" userId="d4b128edbff74741" providerId="LiveId" clId="{CC0D573A-A669-404C-A223-C0737676C0C2}" dt="2025-06-13T05:44:09.881" v="2535" actId="1076"/>
      <pc:docMkLst>
        <pc:docMk/>
      </pc:docMkLst>
      <pc:sldChg chg="modSp mod">
        <pc:chgData name="HIMANSHU SHARMA" userId="d4b128edbff74741" providerId="LiveId" clId="{CC0D573A-A669-404C-A223-C0737676C0C2}" dt="2025-06-13T05:38:00.569" v="2386" actId="14100"/>
        <pc:sldMkLst>
          <pc:docMk/>
          <pc:sldMk cId="0" sldId="257"/>
        </pc:sldMkLst>
        <pc:spChg chg="mod">
          <ac:chgData name="HIMANSHU SHARMA" userId="d4b128edbff74741" providerId="LiveId" clId="{CC0D573A-A669-404C-A223-C0737676C0C2}" dt="2025-06-12T14:56:35.963" v="549"/>
          <ac:spMkLst>
            <pc:docMk/>
            <pc:sldMk cId="0" sldId="257"/>
            <ac:spMk id="2" creationId="{47F7B713-9802-7B28-2766-3F08A49BB36E}"/>
          </ac:spMkLst>
        </pc:spChg>
        <pc:spChg chg="mod">
          <ac:chgData name="HIMANSHU SHARMA" userId="d4b128edbff74741" providerId="LiveId" clId="{CC0D573A-A669-404C-A223-C0737676C0C2}" dt="2025-06-12T14:56:35.963" v="549"/>
          <ac:spMkLst>
            <pc:docMk/>
            <pc:sldMk cId="0" sldId="257"/>
            <ac:spMk id="4" creationId="{637D2693-6391-3A6B-0413-BD1B4F144847}"/>
          </ac:spMkLst>
        </pc:spChg>
        <pc:spChg chg="mod">
          <ac:chgData name="HIMANSHU SHARMA" userId="d4b128edbff74741" providerId="LiveId" clId="{CC0D573A-A669-404C-A223-C0737676C0C2}" dt="2025-06-13T05:37:45.234" v="2383" actId="20577"/>
          <ac:spMkLst>
            <pc:docMk/>
            <pc:sldMk cId="0" sldId="257"/>
            <ac:spMk id="5" creationId="{00000000-0000-0000-0000-000000000000}"/>
          </ac:spMkLst>
        </pc:spChg>
        <pc:spChg chg="mod">
          <ac:chgData name="HIMANSHU SHARMA" userId="d4b128edbff74741" providerId="LiveId" clId="{CC0D573A-A669-404C-A223-C0737676C0C2}" dt="2025-06-12T14:56:35.963" v="549"/>
          <ac:spMkLst>
            <pc:docMk/>
            <pc:sldMk cId="0" sldId="257"/>
            <ac:spMk id="7" creationId="{00000000-0000-0000-0000-000000000000}"/>
          </ac:spMkLst>
        </pc:spChg>
        <pc:spChg chg="mod">
          <ac:chgData name="HIMANSHU SHARMA" userId="d4b128edbff74741" providerId="LiveId" clId="{CC0D573A-A669-404C-A223-C0737676C0C2}" dt="2025-06-12T14:56:35.963" v="549"/>
          <ac:spMkLst>
            <pc:docMk/>
            <pc:sldMk cId="0" sldId="257"/>
            <ac:spMk id="8" creationId="{00000000-0000-0000-0000-000000000000}"/>
          </ac:spMkLst>
        </pc:spChg>
        <pc:spChg chg="mod">
          <ac:chgData name="HIMANSHU SHARMA" userId="d4b128edbff74741" providerId="LiveId" clId="{CC0D573A-A669-404C-A223-C0737676C0C2}" dt="2025-06-12T14:56:35.963" v="549"/>
          <ac:spMkLst>
            <pc:docMk/>
            <pc:sldMk cId="0" sldId="257"/>
            <ac:spMk id="9" creationId="{00000000-0000-0000-0000-000000000000}"/>
          </ac:spMkLst>
        </pc:spChg>
        <pc:spChg chg="mod">
          <ac:chgData name="HIMANSHU SHARMA" userId="d4b128edbff74741" providerId="LiveId" clId="{CC0D573A-A669-404C-A223-C0737676C0C2}" dt="2025-06-12T14:56:35.963" v="549"/>
          <ac:spMkLst>
            <pc:docMk/>
            <pc:sldMk cId="0" sldId="257"/>
            <ac:spMk id="10" creationId="{00000000-0000-0000-0000-000000000000}"/>
          </ac:spMkLst>
        </pc:spChg>
        <pc:spChg chg="mod">
          <ac:chgData name="HIMANSHU SHARMA" userId="d4b128edbff74741" providerId="LiveId" clId="{CC0D573A-A669-404C-A223-C0737676C0C2}" dt="2025-06-12T14:56:35.963" v="549"/>
          <ac:spMkLst>
            <pc:docMk/>
            <pc:sldMk cId="0" sldId="257"/>
            <ac:spMk id="11" creationId="{00000000-0000-0000-0000-000000000000}"/>
          </ac:spMkLst>
        </pc:spChg>
        <pc:picChg chg="mod">
          <ac:chgData name="HIMANSHU SHARMA" userId="d4b128edbff74741" providerId="LiveId" clId="{CC0D573A-A669-404C-A223-C0737676C0C2}" dt="2025-06-13T05:38:00.569" v="2386" actId="14100"/>
          <ac:picMkLst>
            <pc:docMk/>
            <pc:sldMk cId="0" sldId="257"/>
            <ac:picMk id="6" creationId="{00000000-0000-0000-0000-000000000000}"/>
          </ac:picMkLst>
        </pc:picChg>
      </pc:sldChg>
      <pc:sldChg chg="modSp">
        <pc:chgData name="HIMANSHU SHARMA" userId="d4b128edbff74741" providerId="LiveId" clId="{CC0D573A-A669-404C-A223-C0737676C0C2}" dt="2025-06-12T14:56:35.963" v="549"/>
        <pc:sldMkLst>
          <pc:docMk/>
          <pc:sldMk cId="0" sldId="278"/>
        </pc:sldMkLst>
        <pc:spChg chg="mod">
          <ac:chgData name="HIMANSHU SHARMA" userId="d4b128edbff74741" providerId="LiveId" clId="{CC0D573A-A669-404C-A223-C0737676C0C2}" dt="2025-06-12T14:56:35.963" v="549"/>
          <ac:spMkLst>
            <pc:docMk/>
            <pc:sldMk cId="0" sldId="278"/>
            <ac:spMk id="3" creationId="{00000000-0000-0000-0000-000000000000}"/>
          </ac:spMkLst>
        </pc:spChg>
        <pc:spChg chg="mod">
          <ac:chgData name="HIMANSHU SHARMA" userId="d4b128edbff74741" providerId="LiveId" clId="{CC0D573A-A669-404C-A223-C0737676C0C2}" dt="2025-06-12T14:56:35.963" v="549"/>
          <ac:spMkLst>
            <pc:docMk/>
            <pc:sldMk cId="0" sldId="278"/>
            <ac:spMk id="4" creationId="{00000000-0000-0000-0000-000000000000}"/>
          </ac:spMkLst>
        </pc:spChg>
      </pc:sldChg>
      <pc:sldChg chg="modSp">
        <pc:chgData name="HIMANSHU SHARMA" userId="d4b128edbff74741" providerId="LiveId" clId="{CC0D573A-A669-404C-A223-C0737676C0C2}" dt="2025-06-12T14:56:35.963" v="549"/>
        <pc:sldMkLst>
          <pc:docMk/>
          <pc:sldMk cId="1269203354" sldId="281"/>
        </pc:sldMkLst>
        <pc:spChg chg="mod">
          <ac:chgData name="HIMANSHU SHARMA" userId="d4b128edbff74741" providerId="LiveId" clId="{CC0D573A-A669-404C-A223-C0737676C0C2}" dt="2025-06-12T14:56:35.963" v="549"/>
          <ac:spMkLst>
            <pc:docMk/>
            <pc:sldMk cId="1269203354" sldId="281"/>
            <ac:spMk id="2" creationId="{6C209197-EAB9-2211-CEF9-FCDFE96B17B7}"/>
          </ac:spMkLst>
        </pc:spChg>
        <pc:spChg chg="mod">
          <ac:chgData name="HIMANSHU SHARMA" userId="d4b128edbff74741" providerId="LiveId" clId="{CC0D573A-A669-404C-A223-C0737676C0C2}" dt="2025-06-12T14:56:35.963" v="549"/>
          <ac:spMkLst>
            <pc:docMk/>
            <pc:sldMk cId="1269203354" sldId="281"/>
            <ac:spMk id="4" creationId="{CFBFF0D2-0A5C-085C-3275-ED188F2EFB8B}"/>
          </ac:spMkLst>
        </pc:spChg>
      </pc:sldChg>
      <pc:sldChg chg="add del">
        <pc:chgData name="HIMANSHU SHARMA" userId="d4b128edbff74741" providerId="LiveId" clId="{CC0D573A-A669-404C-A223-C0737676C0C2}" dt="2025-06-12T14:43:11.581" v="83"/>
        <pc:sldMkLst>
          <pc:docMk/>
          <pc:sldMk cId="0" sldId="285"/>
        </pc:sldMkLst>
      </pc:sldChg>
      <pc:sldChg chg="modSp mod ord modShow">
        <pc:chgData name="HIMANSHU SHARMA" userId="d4b128edbff74741" providerId="LiveId" clId="{CC0D573A-A669-404C-A223-C0737676C0C2}" dt="2025-06-13T05:41:11.825" v="2387" actId="729"/>
        <pc:sldMkLst>
          <pc:docMk/>
          <pc:sldMk cId="412147105" sldId="290"/>
        </pc:sldMkLst>
        <pc:spChg chg="mod">
          <ac:chgData name="HIMANSHU SHARMA" userId="d4b128edbff74741" providerId="LiveId" clId="{CC0D573A-A669-404C-A223-C0737676C0C2}" dt="2025-06-12T14:56:35.963" v="549"/>
          <ac:spMkLst>
            <pc:docMk/>
            <pc:sldMk cId="412147105" sldId="290"/>
            <ac:spMk id="2" creationId="{2521A01C-40A3-DD63-4A18-F5B08ABB2BA9}"/>
          </ac:spMkLst>
        </pc:spChg>
      </pc:sldChg>
      <pc:sldChg chg="modSp add del mod">
        <pc:chgData name="HIMANSHU SHARMA" userId="d4b128edbff74741" providerId="LiveId" clId="{CC0D573A-A669-404C-A223-C0737676C0C2}" dt="2025-06-12T18:18:50.471" v="1264" actId="2696"/>
        <pc:sldMkLst>
          <pc:docMk/>
          <pc:sldMk cId="0" sldId="295"/>
        </pc:sldMkLst>
        <pc:spChg chg="mod">
          <ac:chgData name="HIMANSHU SHARMA" userId="d4b128edbff74741" providerId="LiveId" clId="{CC0D573A-A669-404C-A223-C0737676C0C2}" dt="2025-06-12T18:18:02.813" v="1259" actId="27636"/>
          <ac:spMkLst>
            <pc:docMk/>
            <pc:sldMk cId="0" sldId="295"/>
            <ac:spMk id="3" creationId="{00000000-0000-0000-0000-000000000000}"/>
          </ac:spMkLst>
        </pc:spChg>
      </pc:sldChg>
      <pc:sldChg chg="modSp">
        <pc:chgData name="HIMANSHU SHARMA" userId="d4b128edbff74741" providerId="LiveId" clId="{CC0D573A-A669-404C-A223-C0737676C0C2}" dt="2025-06-12T14:56:35.963" v="549"/>
        <pc:sldMkLst>
          <pc:docMk/>
          <pc:sldMk cId="293427239" sldId="296"/>
        </pc:sldMkLst>
        <pc:spChg chg="mod">
          <ac:chgData name="HIMANSHU SHARMA" userId="d4b128edbff74741" providerId="LiveId" clId="{CC0D573A-A669-404C-A223-C0737676C0C2}" dt="2025-06-12T14:56:35.963" v="549"/>
          <ac:spMkLst>
            <pc:docMk/>
            <pc:sldMk cId="293427239" sldId="296"/>
            <ac:spMk id="5" creationId="{51F3301D-64C5-564D-37F7-5C9B201DFFF9}"/>
          </ac:spMkLst>
        </pc:spChg>
      </pc:sldChg>
      <pc:sldChg chg="modSp del">
        <pc:chgData name="HIMANSHU SHARMA" userId="d4b128edbff74741" providerId="LiveId" clId="{CC0D573A-A669-404C-A223-C0737676C0C2}" dt="2025-06-12T14:52:43.454" v="406" actId="2696"/>
        <pc:sldMkLst>
          <pc:docMk/>
          <pc:sldMk cId="4193951906" sldId="298"/>
        </pc:sldMkLst>
        <pc:spChg chg="mod">
          <ac:chgData name="HIMANSHU SHARMA" userId="d4b128edbff74741" providerId="LiveId" clId="{CC0D573A-A669-404C-A223-C0737676C0C2}" dt="2025-06-12T14:33:08.482" v="0"/>
          <ac:spMkLst>
            <pc:docMk/>
            <pc:sldMk cId="4193951906" sldId="298"/>
            <ac:spMk id="2" creationId="{7B70BC52-FB27-99EC-858D-15EECC801407}"/>
          </ac:spMkLst>
        </pc:spChg>
        <pc:spChg chg="mod">
          <ac:chgData name="HIMANSHU SHARMA" userId="d4b128edbff74741" providerId="LiveId" clId="{CC0D573A-A669-404C-A223-C0737676C0C2}" dt="2025-06-12T14:33:08.482" v="0"/>
          <ac:spMkLst>
            <pc:docMk/>
            <pc:sldMk cId="4193951906" sldId="298"/>
            <ac:spMk id="3" creationId="{EEE16732-1BAD-9CEA-C534-666E7825572C}"/>
          </ac:spMkLst>
        </pc:spChg>
      </pc:sldChg>
      <pc:sldChg chg="modSp del mod">
        <pc:chgData name="HIMANSHU SHARMA" userId="d4b128edbff74741" providerId="LiveId" clId="{CC0D573A-A669-404C-A223-C0737676C0C2}" dt="2025-06-12T14:52:40.049" v="405" actId="2696"/>
        <pc:sldMkLst>
          <pc:docMk/>
          <pc:sldMk cId="3725226405" sldId="299"/>
        </pc:sldMkLst>
        <pc:spChg chg="mod">
          <ac:chgData name="HIMANSHU SHARMA" userId="d4b128edbff74741" providerId="LiveId" clId="{CC0D573A-A669-404C-A223-C0737676C0C2}" dt="2025-06-12T14:52:35.906" v="404" actId="20577"/>
          <ac:spMkLst>
            <pc:docMk/>
            <pc:sldMk cId="3725226405" sldId="299"/>
            <ac:spMk id="2" creationId="{9D3BBF40-64BD-196E-E7CA-08E2BAEFA604}"/>
          </ac:spMkLst>
        </pc:spChg>
        <pc:spChg chg="mod">
          <ac:chgData name="HIMANSHU SHARMA" userId="d4b128edbff74741" providerId="LiveId" clId="{CC0D573A-A669-404C-A223-C0737676C0C2}" dt="2025-06-12T14:33:08.482" v="0"/>
          <ac:spMkLst>
            <pc:docMk/>
            <pc:sldMk cId="3725226405" sldId="299"/>
            <ac:spMk id="3" creationId="{29DA7591-9BE9-D9DE-BF57-E7C15B40578F}"/>
          </ac:spMkLst>
        </pc:spChg>
      </pc:sldChg>
      <pc:sldChg chg="modSp mod">
        <pc:chgData name="HIMANSHU SHARMA" userId="d4b128edbff74741" providerId="LiveId" clId="{CC0D573A-A669-404C-A223-C0737676C0C2}" dt="2025-06-12T18:15:44.442" v="1217" actId="1076"/>
        <pc:sldMkLst>
          <pc:docMk/>
          <pc:sldMk cId="411977284" sldId="300"/>
        </pc:sldMkLst>
        <pc:spChg chg="mod">
          <ac:chgData name="HIMANSHU SHARMA" userId="d4b128edbff74741" providerId="LiveId" clId="{CC0D573A-A669-404C-A223-C0737676C0C2}" dt="2025-06-12T18:15:44.442" v="1217" actId="1076"/>
          <ac:spMkLst>
            <pc:docMk/>
            <pc:sldMk cId="411977284" sldId="300"/>
            <ac:spMk id="2" creationId="{16321302-D044-85A8-0F2F-1A3AF9910F34}"/>
          </ac:spMkLst>
        </pc:spChg>
        <pc:spChg chg="mod">
          <ac:chgData name="HIMANSHU SHARMA" userId="d4b128edbff74741" providerId="LiveId" clId="{CC0D573A-A669-404C-A223-C0737676C0C2}" dt="2025-06-12T18:10:24.962" v="1144" actId="403"/>
          <ac:spMkLst>
            <pc:docMk/>
            <pc:sldMk cId="411977284" sldId="300"/>
            <ac:spMk id="3" creationId="{A0E69FE7-038C-0976-E33D-06C9E974EAE6}"/>
          </ac:spMkLst>
        </pc:spChg>
      </pc:sldChg>
      <pc:sldChg chg="modSp del">
        <pc:chgData name="HIMANSHU SHARMA" userId="d4b128edbff74741" providerId="LiveId" clId="{CC0D573A-A669-404C-A223-C0737676C0C2}" dt="2025-06-12T14:39:43.047" v="59" actId="2696"/>
        <pc:sldMkLst>
          <pc:docMk/>
          <pc:sldMk cId="2071308627" sldId="301"/>
        </pc:sldMkLst>
        <pc:spChg chg="mod">
          <ac:chgData name="HIMANSHU SHARMA" userId="d4b128edbff74741" providerId="LiveId" clId="{CC0D573A-A669-404C-A223-C0737676C0C2}" dt="2025-06-12T14:33:08.482" v="0"/>
          <ac:spMkLst>
            <pc:docMk/>
            <pc:sldMk cId="2071308627" sldId="301"/>
            <ac:spMk id="2" creationId="{1D26A569-C571-529D-97A3-1ED0181E75EA}"/>
          </ac:spMkLst>
        </pc:spChg>
        <pc:spChg chg="mod">
          <ac:chgData name="HIMANSHU SHARMA" userId="d4b128edbff74741" providerId="LiveId" clId="{CC0D573A-A669-404C-A223-C0737676C0C2}" dt="2025-06-12T14:33:08.482" v="0"/>
          <ac:spMkLst>
            <pc:docMk/>
            <pc:sldMk cId="2071308627" sldId="301"/>
            <ac:spMk id="3" creationId="{6089DF7A-0644-EF83-61DB-F0B5CB7B14FD}"/>
          </ac:spMkLst>
        </pc:spChg>
      </pc:sldChg>
      <pc:sldChg chg="modSp mod">
        <pc:chgData name="HIMANSHU SHARMA" userId="d4b128edbff74741" providerId="LiveId" clId="{CC0D573A-A669-404C-A223-C0737676C0C2}" dt="2025-06-12T14:56:35.963" v="549"/>
        <pc:sldMkLst>
          <pc:docMk/>
          <pc:sldMk cId="0" sldId="380"/>
        </pc:sldMkLst>
        <pc:spChg chg="mod">
          <ac:chgData name="HIMANSHU SHARMA" userId="d4b128edbff74741" providerId="LiveId" clId="{CC0D573A-A669-404C-A223-C0737676C0C2}" dt="2025-06-12T14:56:35.963" v="549"/>
          <ac:spMkLst>
            <pc:docMk/>
            <pc:sldMk cId="0" sldId="380"/>
            <ac:spMk id="2" creationId="{00000000-0000-0000-0000-000000000000}"/>
          </ac:spMkLst>
        </pc:spChg>
        <pc:graphicFrameChg chg="mod modGraphic">
          <ac:chgData name="HIMANSHU SHARMA" userId="d4b128edbff74741" providerId="LiveId" clId="{CC0D573A-A669-404C-A223-C0737676C0C2}" dt="2025-06-12T14:56:35.963" v="549"/>
          <ac:graphicFrameMkLst>
            <pc:docMk/>
            <pc:sldMk cId="0" sldId="380"/>
            <ac:graphicFrameMk id="3" creationId="{00000000-0000-0000-0000-000000000000}"/>
          </ac:graphicFrameMkLst>
        </pc:graphicFrameChg>
      </pc:sldChg>
      <pc:sldChg chg="addSp delSp modSp new add del mod">
        <pc:chgData name="HIMANSHU SHARMA" userId="d4b128edbff74741" providerId="LiveId" clId="{CC0D573A-A669-404C-A223-C0737676C0C2}" dt="2025-06-13T04:39:58.407" v="1682" actId="1076"/>
        <pc:sldMkLst>
          <pc:docMk/>
          <pc:sldMk cId="1997595597" sldId="381"/>
        </pc:sldMkLst>
        <pc:spChg chg="mod">
          <ac:chgData name="HIMANSHU SHARMA" userId="d4b128edbff74741" providerId="LiveId" clId="{CC0D573A-A669-404C-A223-C0737676C0C2}" dt="2025-06-13T04:39:26.769" v="1677" actId="20577"/>
          <ac:spMkLst>
            <pc:docMk/>
            <pc:sldMk cId="1997595597" sldId="381"/>
            <ac:spMk id="2" creationId="{8DDC74FC-097A-0662-98B7-65BD6BBF653A}"/>
          </ac:spMkLst>
        </pc:spChg>
        <pc:spChg chg="del mod">
          <ac:chgData name="HIMANSHU SHARMA" userId="d4b128edbff74741" providerId="LiveId" clId="{CC0D573A-A669-404C-A223-C0737676C0C2}" dt="2025-06-12T14:54:06.676" v="433"/>
          <ac:spMkLst>
            <pc:docMk/>
            <pc:sldMk cId="1997595597" sldId="381"/>
            <ac:spMk id="3" creationId="{6F7CA9AF-297D-F747-45F9-FDE75D2EA909}"/>
          </ac:spMkLst>
        </pc:spChg>
        <pc:spChg chg="add mod">
          <ac:chgData name="HIMANSHU SHARMA" userId="d4b128edbff74741" providerId="LiveId" clId="{CC0D573A-A669-404C-A223-C0737676C0C2}" dt="2025-06-13T04:39:58.407" v="1682" actId="1076"/>
          <ac:spMkLst>
            <pc:docMk/>
            <pc:sldMk cId="1997595597" sldId="381"/>
            <ac:spMk id="4" creationId="{D5E1C060-5CC6-EF5E-D34A-6D19384529E7}"/>
          </ac:spMkLst>
        </pc:spChg>
      </pc:sldChg>
      <pc:sldChg chg="new del">
        <pc:chgData name="HIMANSHU SHARMA" userId="d4b128edbff74741" providerId="LiveId" clId="{CC0D573A-A669-404C-A223-C0737676C0C2}" dt="2025-06-12T14:52:51.475" v="408" actId="2696"/>
        <pc:sldMkLst>
          <pc:docMk/>
          <pc:sldMk cId="2022208487" sldId="381"/>
        </pc:sldMkLst>
      </pc:sldChg>
      <pc:sldChg chg="new del">
        <pc:chgData name="HIMANSHU SHARMA" userId="d4b128edbff74741" providerId="LiveId" clId="{CC0D573A-A669-404C-A223-C0737676C0C2}" dt="2025-06-12T14:40:49.810" v="64" actId="2696"/>
        <pc:sldMkLst>
          <pc:docMk/>
          <pc:sldMk cId="3845464128" sldId="381"/>
        </pc:sldMkLst>
      </pc:sldChg>
      <pc:sldChg chg="addSp delSp modSp add del mod chgLayout">
        <pc:chgData name="HIMANSHU SHARMA" userId="d4b128edbff74741" providerId="LiveId" clId="{CC0D573A-A669-404C-A223-C0737676C0C2}" dt="2025-06-12T14:42:34.660" v="80" actId="2696"/>
        <pc:sldMkLst>
          <pc:docMk/>
          <pc:sldMk cId="0" sldId="382"/>
        </pc:sldMkLst>
        <pc:spChg chg="mod ord">
          <ac:chgData name="HIMANSHU SHARMA" userId="d4b128edbff74741" providerId="LiveId" clId="{CC0D573A-A669-404C-A223-C0737676C0C2}" dt="2025-06-12T14:42:24.025" v="79" actId="6264"/>
          <ac:spMkLst>
            <pc:docMk/>
            <pc:sldMk cId="0" sldId="382"/>
            <ac:spMk id="2" creationId="{00000000-0000-0000-0000-000000000000}"/>
          </ac:spMkLst>
        </pc:spChg>
        <pc:spChg chg="mod ord">
          <ac:chgData name="HIMANSHU SHARMA" userId="d4b128edbff74741" providerId="LiveId" clId="{CC0D573A-A669-404C-A223-C0737676C0C2}" dt="2025-06-12T14:42:24.025" v="79" actId="6264"/>
          <ac:spMkLst>
            <pc:docMk/>
            <pc:sldMk cId="0" sldId="382"/>
            <ac:spMk id="3" creationId="{00000000-0000-0000-0000-000000000000}"/>
          </ac:spMkLst>
        </pc:spChg>
        <pc:spChg chg="add del mod">
          <ac:chgData name="HIMANSHU SHARMA" userId="d4b128edbff74741" providerId="LiveId" clId="{CC0D573A-A669-404C-A223-C0737676C0C2}" dt="2025-06-12T14:42:24.025" v="79" actId="6264"/>
          <ac:spMkLst>
            <pc:docMk/>
            <pc:sldMk cId="0" sldId="382"/>
            <ac:spMk id="4" creationId="{52D54930-8E5D-7357-2080-F226EE9B1CA0}"/>
          </ac:spMkLst>
        </pc:spChg>
        <pc:spChg chg="add del mod">
          <ac:chgData name="HIMANSHU SHARMA" userId="d4b128edbff74741" providerId="LiveId" clId="{CC0D573A-A669-404C-A223-C0737676C0C2}" dt="2025-06-12T14:42:24.025" v="79" actId="6264"/>
          <ac:spMkLst>
            <pc:docMk/>
            <pc:sldMk cId="0" sldId="382"/>
            <ac:spMk id="5" creationId="{DF235C62-156A-813F-FF9F-028E8A5B5D3C}"/>
          </ac:spMkLst>
        </pc:spChg>
      </pc:sldChg>
      <pc:sldChg chg="addSp modSp new mod">
        <pc:chgData name="HIMANSHU SHARMA" userId="d4b128edbff74741" providerId="LiveId" clId="{CC0D573A-A669-404C-A223-C0737676C0C2}" dt="2025-06-12T17:32:04.362" v="825" actId="20577"/>
        <pc:sldMkLst>
          <pc:docMk/>
          <pc:sldMk cId="1826878188" sldId="382"/>
        </pc:sldMkLst>
        <pc:spChg chg="mod">
          <ac:chgData name="HIMANSHU SHARMA" userId="d4b128edbff74741" providerId="LiveId" clId="{CC0D573A-A669-404C-A223-C0737676C0C2}" dt="2025-06-12T17:23:50.099" v="782" actId="113"/>
          <ac:spMkLst>
            <pc:docMk/>
            <pc:sldMk cId="1826878188" sldId="382"/>
            <ac:spMk id="2" creationId="{93329D42-4586-003D-F583-54AF48B971A0}"/>
          </ac:spMkLst>
        </pc:spChg>
        <pc:spChg chg="mod">
          <ac:chgData name="HIMANSHU SHARMA" userId="d4b128edbff74741" providerId="LiveId" clId="{CC0D573A-A669-404C-A223-C0737676C0C2}" dt="2025-06-12T17:32:04.362" v="825" actId="20577"/>
          <ac:spMkLst>
            <pc:docMk/>
            <pc:sldMk cId="1826878188" sldId="382"/>
            <ac:spMk id="3" creationId="{2C47AFAD-990E-F8C9-B97D-F69533C72A65}"/>
          </ac:spMkLst>
        </pc:spChg>
        <pc:spChg chg="add">
          <ac:chgData name="HIMANSHU SHARMA" userId="d4b128edbff74741" providerId="LiveId" clId="{CC0D573A-A669-404C-A223-C0737676C0C2}" dt="2025-06-12T17:15:50.584" v="733"/>
          <ac:spMkLst>
            <pc:docMk/>
            <pc:sldMk cId="1826878188" sldId="382"/>
            <ac:spMk id="4" creationId="{246F6D9E-0352-993F-D83A-6C60038459A7}"/>
          </ac:spMkLst>
        </pc:spChg>
        <pc:spChg chg="add">
          <ac:chgData name="HIMANSHU SHARMA" userId="d4b128edbff74741" providerId="LiveId" clId="{CC0D573A-A669-404C-A223-C0737676C0C2}" dt="2025-06-12T17:15:50.584" v="733"/>
          <ac:spMkLst>
            <pc:docMk/>
            <pc:sldMk cId="1826878188" sldId="382"/>
            <ac:spMk id="5" creationId="{24D73C71-3284-F872-DA6F-745729071F62}"/>
          </ac:spMkLst>
        </pc:spChg>
        <pc:spChg chg="add mod">
          <ac:chgData name="HIMANSHU SHARMA" userId="d4b128edbff74741" providerId="LiveId" clId="{CC0D573A-A669-404C-A223-C0737676C0C2}" dt="2025-06-12T17:16:13.481" v="738" actId="1076"/>
          <ac:spMkLst>
            <pc:docMk/>
            <pc:sldMk cId="1826878188" sldId="382"/>
            <ac:spMk id="6" creationId="{58590835-F978-F882-F39A-59C1C5F07511}"/>
          </ac:spMkLst>
        </pc:spChg>
        <pc:spChg chg="add">
          <ac:chgData name="HIMANSHU SHARMA" userId="d4b128edbff74741" providerId="LiveId" clId="{CC0D573A-A669-404C-A223-C0737676C0C2}" dt="2025-06-12T17:15:50.584" v="733"/>
          <ac:spMkLst>
            <pc:docMk/>
            <pc:sldMk cId="1826878188" sldId="382"/>
            <ac:spMk id="7" creationId="{9871934F-8845-F6FA-88F5-227467CD7BBA}"/>
          </ac:spMkLst>
        </pc:spChg>
        <pc:spChg chg="add">
          <ac:chgData name="HIMANSHU SHARMA" userId="d4b128edbff74741" providerId="LiveId" clId="{CC0D573A-A669-404C-A223-C0737676C0C2}" dt="2025-06-12T17:15:50.584" v="733"/>
          <ac:spMkLst>
            <pc:docMk/>
            <pc:sldMk cId="1826878188" sldId="382"/>
            <ac:spMk id="8" creationId="{95146B3C-D487-1491-9190-0132AEA65957}"/>
          </ac:spMkLst>
        </pc:spChg>
      </pc:sldChg>
      <pc:sldChg chg="addSp delSp modSp new del mod">
        <pc:chgData name="HIMANSHU SHARMA" userId="d4b128edbff74741" providerId="LiveId" clId="{CC0D573A-A669-404C-A223-C0737676C0C2}" dt="2025-06-12T17:31:50.807" v="821" actId="2696"/>
        <pc:sldMkLst>
          <pc:docMk/>
          <pc:sldMk cId="475853128" sldId="383"/>
        </pc:sldMkLst>
        <pc:spChg chg="mod">
          <ac:chgData name="HIMANSHU SHARMA" userId="d4b128edbff74741" providerId="LiveId" clId="{CC0D573A-A669-404C-A223-C0737676C0C2}" dt="2025-06-12T17:27:39.759" v="800" actId="14100"/>
          <ac:spMkLst>
            <pc:docMk/>
            <pc:sldMk cId="475853128" sldId="383"/>
            <ac:spMk id="2" creationId="{AE70E3EB-15BC-1B1B-CE9D-81EBBA5C67CF}"/>
          </ac:spMkLst>
        </pc:spChg>
        <pc:spChg chg="del">
          <ac:chgData name="HIMANSHU SHARMA" userId="d4b128edbff74741" providerId="LiveId" clId="{CC0D573A-A669-404C-A223-C0737676C0C2}" dt="2025-06-12T17:27:02.753" v="794"/>
          <ac:spMkLst>
            <pc:docMk/>
            <pc:sldMk cId="475853128" sldId="383"/>
            <ac:spMk id="3" creationId="{6B69DBCE-996E-DBA9-A822-0518C8A597F8}"/>
          </ac:spMkLst>
        </pc:spChg>
        <pc:spChg chg="add mod">
          <ac:chgData name="HIMANSHU SHARMA" userId="d4b128edbff74741" providerId="LiveId" clId="{CC0D573A-A669-404C-A223-C0737676C0C2}" dt="2025-06-12T17:31:35.173" v="820" actId="14100"/>
          <ac:spMkLst>
            <pc:docMk/>
            <pc:sldMk cId="475853128" sldId="383"/>
            <ac:spMk id="4" creationId="{6E01465C-98F4-4253-05B3-AC14D9D14C0D}"/>
          </ac:spMkLst>
        </pc:spChg>
      </pc:sldChg>
      <pc:sldChg chg="addSp modSp new del">
        <pc:chgData name="HIMANSHU SHARMA" userId="d4b128edbff74741" providerId="LiveId" clId="{CC0D573A-A669-404C-A223-C0737676C0C2}" dt="2025-06-12T17:26:12.288" v="792" actId="680"/>
        <pc:sldMkLst>
          <pc:docMk/>
          <pc:sldMk cId="1563292664" sldId="383"/>
        </pc:sldMkLst>
        <pc:spChg chg="add mod">
          <ac:chgData name="HIMANSHU SHARMA" userId="d4b128edbff74741" providerId="LiveId" clId="{CC0D573A-A669-404C-A223-C0737676C0C2}" dt="2025-06-12T17:26:11.605" v="791" actId="1076"/>
          <ac:spMkLst>
            <pc:docMk/>
            <pc:sldMk cId="1563292664" sldId="383"/>
            <ac:spMk id="2" creationId="{74788C5A-6A97-47E9-7E60-7AD28C134C04}"/>
          </ac:spMkLst>
        </pc:spChg>
        <pc:spChg chg="add mod">
          <ac:chgData name="HIMANSHU SHARMA" userId="d4b128edbff74741" providerId="LiveId" clId="{CC0D573A-A669-404C-A223-C0737676C0C2}" dt="2025-06-12T17:26:11.605" v="791" actId="1076"/>
          <ac:spMkLst>
            <pc:docMk/>
            <pc:sldMk cId="1563292664" sldId="383"/>
            <ac:spMk id="3" creationId="{E4CE1C1E-141D-EB45-1193-FFE12046759A}"/>
          </ac:spMkLst>
        </pc:spChg>
        <pc:spChg chg="add mod">
          <ac:chgData name="HIMANSHU SHARMA" userId="d4b128edbff74741" providerId="LiveId" clId="{CC0D573A-A669-404C-A223-C0737676C0C2}" dt="2025-06-12T17:26:11.605" v="791" actId="1076"/>
          <ac:spMkLst>
            <pc:docMk/>
            <pc:sldMk cId="1563292664" sldId="383"/>
            <ac:spMk id="4" creationId="{F933075D-A2EE-82E6-E92F-E052485FC7E2}"/>
          </ac:spMkLst>
        </pc:spChg>
      </pc:sldChg>
      <pc:sldChg chg="addSp delSp modSp new mod">
        <pc:chgData name="HIMANSHU SHARMA" userId="d4b128edbff74741" providerId="LiveId" clId="{CC0D573A-A669-404C-A223-C0737676C0C2}" dt="2025-06-12T17:40:18.661" v="974" actId="20577"/>
        <pc:sldMkLst>
          <pc:docMk/>
          <pc:sldMk cId="1696271239" sldId="383"/>
        </pc:sldMkLst>
        <pc:spChg chg="mod">
          <ac:chgData name="HIMANSHU SHARMA" userId="d4b128edbff74741" providerId="LiveId" clId="{CC0D573A-A669-404C-A223-C0737676C0C2}" dt="2025-06-12T17:34:11.083" v="848" actId="14100"/>
          <ac:spMkLst>
            <pc:docMk/>
            <pc:sldMk cId="1696271239" sldId="383"/>
            <ac:spMk id="2" creationId="{F43007DF-426B-2080-B918-068551D08346}"/>
          </ac:spMkLst>
        </pc:spChg>
        <pc:spChg chg="del">
          <ac:chgData name="HIMANSHU SHARMA" userId="d4b128edbff74741" providerId="LiveId" clId="{CC0D573A-A669-404C-A223-C0737676C0C2}" dt="2025-06-12T17:33:18.071" v="827"/>
          <ac:spMkLst>
            <pc:docMk/>
            <pc:sldMk cId="1696271239" sldId="383"/>
            <ac:spMk id="3" creationId="{BC8CC3D8-FB97-AA44-58E9-102E5214B1EF}"/>
          </ac:spMkLst>
        </pc:spChg>
        <pc:spChg chg="add mod">
          <ac:chgData name="HIMANSHU SHARMA" userId="d4b128edbff74741" providerId="LiveId" clId="{CC0D573A-A669-404C-A223-C0737676C0C2}" dt="2025-06-12T17:40:18.661" v="974" actId="20577"/>
          <ac:spMkLst>
            <pc:docMk/>
            <pc:sldMk cId="1696271239" sldId="383"/>
            <ac:spMk id="4" creationId="{3D06A604-3C1F-04E5-83F2-97C5CA70FFD4}"/>
          </ac:spMkLst>
        </pc:spChg>
      </pc:sldChg>
      <pc:sldChg chg="new del">
        <pc:chgData name="HIMANSHU SHARMA" userId="d4b128edbff74741" providerId="LiveId" clId="{CC0D573A-A669-404C-A223-C0737676C0C2}" dt="2025-06-12T17:25:38.653" v="783" actId="2696"/>
        <pc:sldMkLst>
          <pc:docMk/>
          <pc:sldMk cId="4103266546" sldId="383"/>
        </pc:sldMkLst>
      </pc:sldChg>
      <pc:sldChg chg="modSp new mod">
        <pc:chgData name="HIMANSHU SHARMA" userId="d4b128edbff74741" providerId="LiveId" clId="{CC0D573A-A669-404C-A223-C0737676C0C2}" dt="2025-06-12T17:44:50.698" v="1032" actId="123"/>
        <pc:sldMkLst>
          <pc:docMk/>
          <pc:sldMk cId="2026755485" sldId="384"/>
        </pc:sldMkLst>
        <pc:spChg chg="mod">
          <ac:chgData name="HIMANSHU SHARMA" userId="d4b128edbff74741" providerId="LiveId" clId="{CC0D573A-A669-404C-A223-C0737676C0C2}" dt="2025-06-12T17:43:18.924" v="1030" actId="113"/>
          <ac:spMkLst>
            <pc:docMk/>
            <pc:sldMk cId="2026755485" sldId="384"/>
            <ac:spMk id="2" creationId="{E225D92D-DB43-FA26-E94F-7F635BD15C4F}"/>
          </ac:spMkLst>
        </pc:spChg>
        <pc:spChg chg="mod">
          <ac:chgData name="HIMANSHU SHARMA" userId="d4b128edbff74741" providerId="LiveId" clId="{CC0D573A-A669-404C-A223-C0737676C0C2}" dt="2025-06-12T17:44:50.698" v="1032" actId="123"/>
          <ac:spMkLst>
            <pc:docMk/>
            <pc:sldMk cId="2026755485" sldId="384"/>
            <ac:spMk id="3" creationId="{0ED4CEC8-58DD-9165-495A-D8A59BA41CC8}"/>
          </ac:spMkLst>
        </pc:spChg>
      </pc:sldChg>
      <pc:sldChg chg="modSp new mod">
        <pc:chgData name="HIMANSHU SHARMA" userId="d4b128edbff74741" providerId="LiveId" clId="{CC0D573A-A669-404C-A223-C0737676C0C2}" dt="2025-06-12T18:07:47.456" v="1140" actId="123"/>
        <pc:sldMkLst>
          <pc:docMk/>
          <pc:sldMk cId="2120504455" sldId="385"/>
        </pc:sldMkLst>
        <pc:spChg chg="mod">
          <ac:chgData name="HIMANSHU SHARMA" userId="d4b128edbff74741" providerId="LiveId" clId="{CC0D573A-A669-404C-A223-C0737676C0C2}" dt="2025-06-12T18:01:53.967" v="1052" actId="113"/>
          <ac:spMkLst>
            <pc:docMk/>
            <pc:sldMk cId="2120504455" sldId="385"/>
            <ac:spMk id="2" creationId="{BBB7D776-A6EE-8E41-56BC-4F4281F0F672}"/>
          </ac:spMkLst>
        </pc:spChg>
        <pc:spChg chg="mod">
          <ac:chgData name="HIMANSHU SHARMA" userId="d4b128edbff74741" providerId="LiveId" clId="{CC0D573A-A669-404C-A223-C0737676C0C2}" dt="2025-06-12T18:07:47.456" v="1140" actId="123"/>
          <ac:spMkLst>
            <pc:docMk/>
            <pc:sldMk cId="2120504455" sldId="385"/>
            <ac:spMk id="3" creationId="{C7DC94AA-EFC4-CFD9-0CDA-7814F64602F9}"/>
          </ac:spMkLst>
        </pc:spChg>
      </pc:sldChg>
      <pc:sldChg chg="modSp new mod">
        <pc:chgData name="HIMANSHU SHARMA" userId="d4b128edbff74741" providerId="LiveId" clId="{CC0D573A-A669-404C-A223-C0737676C0C2}" dt="2025-06-13T04:32:55.281" v="1654" actId="403"/>
        <pc:sldMkLst>
          <pc:docMk/>
          <pc:sldMk cId="4130401901" sldId="386"/>
        </pc:sldMkLst>
        <pc:spChg chg="mod">
          <ac:chgData name="HIMANSHU SHARMA" userId="d4b128edbff74741" providerId="LiveId" clId="{CC0D573A-A669-404C-A223-C0737676C0C2}" dt="2025-06-12T18:07:26.757" v="1135" actId="20577"/>
          <ac:spMkLst>
            <pc:docMk/>
            <pc:sldMk cId="4130401901" sldId="386"/>
            <ac:spMk id="2" creationId="{77660F82-AE40-48D6-1717-BAD5C5DC868A}"/>
          </ac:spMkLst>
        </pc:spChg>
        <pc:spChg chg="mod">
          <ac:chgData name="HIMANSHU SHARMA" userId="d4b128edbff74741" providerId="LiveId" clId="{CC0D573A-A669-404C-A223-C0737676C0C2}" dt="2025-06-13T04:32:55.281" v="1654" actId="403"/>
          <ac:spMkLst>
            <pc:docMk/>
            <pc:sldMk cId="4130401901" sldId="386"/>
            <ac:spMk id="3" creationId="{CF4762BC-57EA-4498-AB9B-CEA68FF4EA71}"/>
          </ac:spMkLst>
        </pc:spChg>
      </pc:sldChg>
      <pc:sldChg chg="modSp new add del mod">
        <pc:chgData name="HIMANSHU SHARMA" userId="d4b128edbff74741" providerId="LiveId" clId="{CC0D573A-A669-404C-A223-C0737676C0C2}" dt="2025-06-13T04:42:31.894" v="1714"/>
        <pc:sldMkLst>
          <pc:docMk/>
          <pc:sldMk cId="1736832834" sldId="387"/>
        </pc:sldMkLst>
        <pc:spChg chg="mod">
          <ac:chgData name="HIMANSHU SHARMA" userId="d4b128edbff74741" providerId="LiveId" clId="{CC0D573A-A669-404C-A223-C0737676C0C2}" dt="2025-06-12T18:16:53.885" v="1256" actId="1076"/>
          <ac:spMkLst>
            <pc:docMk/>
            <pc:sldMk cId="1736832834" sldId="387"/>
            <ac:spMk id="2" creationId="{58B91EEC-8BE4-36B9-724B-6D45C4A5AA42}"/>
          </ac:spMkLst>
        </pc:spChg>
        <pc:spChg chg="mod">
          <ac:chgData name="HIMANSHU SHARMA" userId="d4b128edbff74741" providerId="LiveId" clId="{CC0D573A-A669-404C-A223-C0737676C0C2}" dt="2025-06-13T04:42:31.894" v="1714"/>
          <ac:spMkLst>
            <pc:docMk/>
            <pc:sldMk cId="1736832834" sldId="387"/>
            <ac:spMk id="3" creationId="{59B663E2-FAA4-71DB-4963-AECA2C098F9A}"/>
          </ac:spMkLst>
        </pc:spChg>
      </pc:sldChg>
      <pc:sldChg chg="modSp add del mod">
        <pc:chgData name="HIMANSHU SHARMA" userId="d4b128edbff74741" providerId="LiveId" clId="{CC0D573A-A669-404C-A223-C0737676C0C2}" dt="2025-06-12T18:18:46.759" v="1263" actId="2696"/>
        <pc:sldMkLst>
          <pc:docMk/>
          <pc:sldMk cId="0" sldId="388"/>
        </pc:sldMkLst>
        <pc:spChg chg="mod">
          <ac:chgData name="HIMANSHU SHARMA" userId="d4b128edbff74741" providerId="LiveId" clId="{CC0D573A-A669-404C-A223-C0737676C0C2}" dt="2025-06-12T18:18:11.763" v="1261" actId="27636"/>
          <ac:spMkLst>
            <pc:docMk/>
            <pc:sldMk cId="0" sldId="388"/>
            <ac:spMk id="3" creationId="{00000000-0000-0000-0000-000000000000}"/>
          </ac:spMkLst>
        </pc:spChg>
      </pc:sldChg>
      <pc:sldChg chg="addSp delSp modSp new add del mod">
        <pc:chgData name="HIMANSHU SHARMA" userId="d4b128edbff74741" providerId="LiveId" clId="{CC0D573A-A669-404C-A223-C0737676C0C2}" dt="2025-06-13T04:34:42.696" v="1657" actId="1076"/>
        <pc:sldMkLst>
          <pc:docMk/>
          <pc:sldMk cId="1373110166" sldId="388"/>
        </pc:sldMkLst>
        <pc:spChg chg="add del mod">
          <ac:chgData name="HIMANSHU SHARMA" userId="d4b128edbff74741" providerId="LiveId" clId="{CC0D573A-A669-404C-A223-C0737676C0C2}" dt="2025-06-12T19:18:11.954" v="1466"/>
          <ac:spMkLst>
            <pc:docMk/>
            <pc:sldMk cId="1373110166" sldId="388"/>
            <ac:spMk id="3" creationId="{01675F3D-3700-F570-C47A-4424BD245163}"/>
          </ac:spMkLst>
        </pc:spChg>
        <pc:spChg chg="add mod">
          <ac:chgData name="HIMANSHU SHARMA" userId="d4b128edbff74741" providerId="LiveId" clId="{CC0D573A-A669-404C-A223-C0737676C0C2}" dt="2025-06-13T04:34:42.696" v="1657" actId="1076"/>
          <ac:spMkLst>
            <pc:docMk/>
            <pc:sldMk cId="1373110166" sldId="388"/>
            <ac:spMk id="4" creationId="{22B6F987-AA17-3F28-65A9-2EC2FBC12FEC}"/>
          </ac:spMkLst>
        </pc:spChg>
        <pc:graphicFrameChg chg="add del mod modGraphic">
          <ac:chgData name="HIMANSHU SHARMA" userId="d4b128edbff74741" providerId="LiveId" clId="{CC0D573A-A669-404C-A223-C0737676C0C2}" dt="2025-06-13T04:34:37.987" v="1656" actId="1076"/>
          <ac:graphicFrameMkLst>
            <pc:docMk/>
            <pc:sldMk cId="1373110166" sldId="388"/>
            <ac:graphicFrameMk id="2" creationId="{3F32ECA2-55BD-92BD-82C1-DD8149354490}"/>
          </ac:graphicFrameMkLst>
        </pc:graphicFrameChg>
      </pc:sldChg>
      <pc:sldChg chg="modSp new del mod">
        <pc:chgData name="HIMANSHU SHARMA" userId="d4b128edbff74741" providerId="LiveId" clId="{CC0D573A-A669-404C-A223-C0737676C0C2}" dt="2025-06-12T18:59:06.560" v="1306" actId="2696"/>
        <pc:sldMkLst>
          <pc:docMk/>
          <pc:sldMk cId="2532558645" sldId="388"/>
        </pc:sldMkLst>
        <pc:spChg chg="mod">
          <ac:chgData name="HIMANSHU SHARMA" userId="d4b128edbff74741" providerId="LiveId" clId="{CC0D573A-A669-404C-A223-C0737676C0C2}" dt="2025-06-12T18:57:03.142" v="1305" actId="14100"/>
          <ac:spMkLst>
            <pc:docMk/>
            <pc:sldMk cId="2532558645" sldId="388"/>
            <ac:spMk id="3" creationId="{1F7AB4C9-6704-0B6B-4959-8A0D2827BB8B}"/>
          </ac:spMkLst>
        </pc:spChg>
      </pc:sldChg>
      <pc:sldChg chg="modSp new del mod">
        <pc:chgData name="HIMANSHU SHARMA" userId="d4b128edbff74741" providerId="LiveId" clId="{CC0D573A-A669-404C-A223-C0737676C0C2}" dt="2025-06-12T18:55:37.448" v="1295" actId="2696"/>
        <pc:sldMkLst>
          <pc:docMk/>
          <pc:sldMk cId="2886952540" sldId="388"/>
        </pc:sldMkLst>
        <pc:spChg chg="mod">
          <ac:chgData name="HIMANSHU SHARMA" userId="d4b128edbff74741" providerId="LiveId" clId="{CC0D573A-A669-404C-A223-C0737676C0C2}" dt="2025-06-12T18:38:13.265" v="1288" actId="27636"/>
          <ac:spMkLst>
            <pc:docMk/>
            <pc:sldMk cId="2886952540" sldId="388"/>
            <ac:spMk id="2" creationId="{B032A1DF-D052-436F-7B8B-5EFCD6E53A76}"/>
          </ac:spMkLst>
        </pc:spChg>
        <pc:spChg chg="mod">
          <ac:chgData name="HIMANSHU SHARMA" userId="d4b128edbff74741" providerId="LiveId" clId="{CC0D573A-A669-404C-A223-C0737676C0C2}" dt="2025-06-12T18:38:23.440" v="1291" actId="27636"/>
          <ac:spMkLst>
            <pc:docMk/>
            <pc:sldMk cId="2886952540" sldId="388"/>
            <ac:spMk id="3" creationId="{47236753-C8D2-3746-9F8B-82686F3894B7}"/>
          </ac:spMkLst>
        </pc:spChg>
      </pc:sldChg>
      <pc:sldChg chg="addSp modSp new del mod">
        <pc:chgData name="HIMANSHU SHARMA" userId="d4b128edbff74741" providerId="LiveId" clId="{CC0D573A-A669-404C-A223-C0737676C0C2}" dt="2025-06-12T18:56:30.353" v="1301" actId="2696"/>
        <pc:sldMkLst>
          <pc:docMk/>
          <pc:sldMk cId="3980023983" sldId="388"/>
        </pc:sldMkLst>
        <pc:spChg chg="add mod">
          <ac:chgData name="HIMANSHU SHARMA" userId="d4b128edbff74741" providerId="LiveId" clId="{CC0D573A-A669-404C-A223-C0737676C0C2}" dt="2025-06-12T18:56:06.042" v="1300" actId="1076"/>
          <ac:spMkLst>
            <pc:docMk/>
            <pc:sldMk cId="3980023983" sldId="388"/>
            <ac:spMk id="3" creationId="{4C696141-B012-36A3-E7F6-73786C5DEC02}"/>
          </ac:spMkLst>
        </pc:spChg>
      </pc:sldChg>
      <pc:sldChg chg="addSp new del mod">
        <pc:chgData name="HIMANSHU SHARMA" userId="d4b128edbff74741" providerId="LiveId" clId="{CC0D573A-A669-404C-A223-C0737676C0C2}" dt="2025-06-12T18:55:03.198" v="1294" actId="2696"/>
        <pc:sldMkLst>
          <pc:docMk/>
          <pc:sldMk cId="1024628888" sldId="389"/>
        </pc:sldMkLst>
        <pc:spChg chg="add">
          <ac:chgData name="HIMANSHU SHARMA" userId="d4b128edbff74741" providerId="LiveId" clId="{CC0D573A-A669-404C-A223-C0737676C0C2}" dt="2025-06-12T18:54:50.180" v="1293" actId="22"/>
          <ac:spMkLst>
            <pc:docMk/>
            <pc:sldMk cId="1024628888" sldId="389"/>
            <ac:spMk id="3" creationId="{C4B59365-024B-EE00-3E11-B8A44E5AEBB4}"/>
          </ac:spMkLst>
        </pc:spChg>
      </pc:sldChg>
      <pc:sldChg chg="addSp delSp modSp new mod">
        <pc:chgData name="HIMANSHU SHARMA" userId="d4b128edbff74741" providerId="LiveId" clId="{CC0D573A-A669-404C-A223-C0737676C0C2}" dt="2025-06-13T04:35:07.640" v="1661" actId="1076"/>
        <pc:sldMkLst>
          <pc:docMk/>
          <pc:sldMk cId="3966793792" sldId="389"/>
        </pc:sldMkLst>
        <pc:spChg chg="add del">
          <ac:chgData name="HIMANSHU SHARMA" userId="d4b128edbff74741" providerId="LiveId" clId="{CC0D573A-A669-404C-A223-C0737676C0C2}" dt="2025-06-12T19:24:10.773" v="1560"/>
          <ac:spMkLst>
            <pc:docMk/>
            <pc:sldMk cId="3966793792" sldId="389"/>
            <ac:spMk id="4" creationId="{B1D1FE93-9B2D-BD55-24B7-5460AAFF7E7C}"/>
          </ac:spMkLst>
        </pc:spChg>
        <pc:spChg chg="add mod">
          <ac:chgData name="HIMANSHU SHARMA" userId="d4b128edbff74741" providerId="LiveId" clId="{CC0D573A-A669-404C-A223-C0737676C0C2}" dt="2025-06-13T04:35:07.640" v="1661" actId="1076"/>
          <ac:spMkLst>
            <pc:docMk/>
            <pc:sldMk cId="3966793792" sldId="389"/>
            <ac:spMk id="5" creationId="{CBF173C8-8BBA-9F38-151B-8296D64E2E0F}"/>
          </ac:spMkLst>
        </pc:spChg>
        <pc:graphicFrameChg chg="add del">
          <ac:chgData name="HIMANSHU SHARMA" userId="d4b128edbff74741" providerId="LiveId" clId="{CC0D573A-A669-404C-A223-C0737676C0C2}" dt="2025-06-12T19:21:30.103" v="1499" actId="3680"/>
          <ac:graphicFrameMkLst>
            <pc:docMk/>
            <pc:sldMk cId="3966793792" sldId="389"/>
            <ac:graphicFrameMk id="2" creationId="{7DBB81FC-4FB8-6087-0F63-00CEFD032217}"/>
          </ac:graphicFrameMkLst>
        </pc:graphicFrameChg>
        <pc:graphicFrameChg chg="add mod modGraphic">
          <ac:chgData name="HIMANSHU SHARMA" userId="d4b128edbff74741" providerId="LiveId" clId="{CC0D573A-A669-404C-A223-C0737676C0C2}" dt="2025-06-13T04:34:50.719" v="1659" actId="1076"/>
          <ac:graphicFrameMkLst>
            <pc:docMk/>
            <pc:sldMk cId="3966793792" sldId="389"/>
            <ac:graphicFrameMk id="3" creationId="{2633FCCD-DAD3-5C27-03AC-2CF5D5FD28E6}"/>
          </ac:graphicFrameMkLst>
        </pc:graphicFrameChg>
      </pc:sldChg>
      <pc:sldChg chg="modSp new mod">
        <pc:chgData name="HIMANSHU SHARMA" userId="d4b128edbff74741" providerId="LiveId" clId="{CC0D573A-A669-404C-A223-C0737676C0C2}" dt="2025-06-13T04:41:37.534" v="1709" actId="403"/>
        <pc:sldMkLst>
          <pc:docMk/>
          <pc:sldMk cId="3048123752" sldId="390"/>
        </pc:sldMkLst>
        <pc:spChg chg="mod">
          <ac:chgData name="HIMANSHU SHARMA" userId="d4b128edbff74741" providerId="LiveId" clId="{CC0D573A-A669-404C-A223-C0737676C0C2}" dt="2025-06-13T04:41:23.795" v="1705" actId="14100"/>
          <ac:spMkLst>
            <pc:docMk/>
            <pc:sldMk cId="3048123752" sldId="390"/>
            <ac:spMk id="2" creationId="{18965D6E-E31B-1F21-7B3B-8FDA8B1D7B42}"/>
          </ac:spMkLst>
        </pc:spChg>
        <pc:spChg chg="mod">
          <ac:chgData name="HIMANSHU SHARMA" userId="d4b128edbff74741" providerId="LiveId" clId="{CC0D573A-A669-404C-A223-C0737676C0C2}" dt="2025-06-13T04:41:37.534" v="1709" actId="403"/>
          <ac:spMkLst>
            <pc:docMk/>
            <pc:sldMk cId="3048123752" sldId="390"/>
            <ac:spMk id="3" creationId="{046A7418-4582-6F63-3246-62A08C97CE6C}"/>
          </ac:spMkLst>
        </pc:spChg>
      </pc:sldChg>
      <pc:sldChg chg="modSp new mod">
        <pc:chgData name="HIMANSHU SHARMA" userId="d4b128edbff74741" providerId="LiveId" clId="{CC0D573A-A669-404C-A223-C0737676C0C2}" dt="2025-06-13T04:44:31.540" v="1739" actId="14100"/>
        <pc:sldMkLst>
          <pc:docMk/>
          <pc:sldMk cId="2203213842" sldId="391"/>
        </pc:sldMkLst>
        <pc:spChg chg="mod">
          <ac:chgData name="HIMANSHU SHARMA" userId="d4b128edbff74741" providerId="LiveId" clId="{CC0D573A-A669-404C-A223-C0737676C0C2}" dt="2025-06-13T04:44:31.540" v="1739" actId="14100"/>
          <ac:spMkLst>
            <pc:docMk/>
            <pc:sldMk cId="2203213842" sldId="391"/>
            <ac:spMk id="2" creationId="{4FD379BF-2C0D-73A5-C4F9-B1B4FFEDAAC5}"/>
          </ac:spMkLst>
        </pc:spChg>
        <pc:spChg chg="mod">
          <ac:chgData name="HIMANSHU SHARMA" userId="d4b128edbff74741" providerId="LiveId" clId="{CC0D573A-A669-404C-A223-C0737676C0C2}" dt="2025-06-13T04:43:06.053" v="1716"/>
          <ac:spMkLst>
            <pc:docMk/>
            <pc:sldMk cId="2203213842" sldId="391"/>
            <ac:spMk id="3" creationId="{30730CB8-644C-9011-ED25-447BB88C23B6}"/>
          </ac:spMkLst>
        </pc:spChg>
      </pc:sldChg>
      <pc:sldChg chg="delSp modSp new mod">
        <pc:chgData name="HIMANSHU SHARMA" userId="d4b128edbff74741" providerId="LiveId" clId="{CC0D573A-A669-404C-A223-C0737676C0C2}" dt="2025-06-13T04:53:28.760" v="1823" actId="403"/>
        <pc:sldMkLst>
          <pc:docMk/>
          <pc:sldMk cId="3050669705" sldId="392"/>
        </pc:sldMkLst>
        <pc:spChg chg="del mod">
          <ac:chgData name="HIMANSHU SHARMA" userId="d4b128edbff74741" providerId="LiveId" clId="{CC0D573A-A669-404C-A223-C0737676C0C2}" dt="2025-06-13T04:45:15.031" v="1749" actId="478"/>
          <ac:spMkLst>
            <pc:docMk/>
            <pc:sldMk cId="3050669705" sldId="392"/>
            <ac:spMk id="2" creationId="{F8AF0E07-3C8D-2ED5-36F9-E06ECC54E51F}"/>
          </ac:spMkLst>
        </pc:spChg>
        <pc:spChg chg="mod">
          <ac:chgData name="HIMANSHU SHARMA" userId="d4b128edbff74741" providerId="LiveId" clId="{CC0D573A-A669-404C-A223-C0737676C0C2}" dt="2025-06-13T04:53:28.760" v="1823" actId="403"/>
          <ac:spMkLst>
            <pc:docMk/>
            <pc:sldMk cId="3050669705" sldId="392"/>
            <ac:spMk id="3" creationId="{F8F4EB16-DBB2-2AFB-688B-5D4B48E096DF}"/>
          </ac:spMkLst>
        </pc:spChg>
      </pc:sldChg>
      <pc:sldChg chg="modSp new mod">
        <pc:chgData name="HIMANSHU SHARMA" userId="d4b128edbff74741" providerId="LiveId" clId="{CC0D573A-A669-404C-A223-C0737676C0C2}" dt="2025-06-13T04:53:37.401" v="1825" actId="113"/>
        <pc:sldMkLst>
          <pc:docMk/>
          <pc:sldMk cId="4175080365" sldId="393"/>
        </pc:sldMkLst>
        <pc:spChg chg="mod">
          <ac:chgData name="HIMANSHU SHARMA" userId="d4b128edbff74741" providerId="LiveId" clId="{CC0D573A-A669-404C-A223-C0737676C0C2}" dt="2025-06-13T04:53:37.401" v="1825" actId="113"/>
          <ac:spMkLst>
            <pc:docMk/>
            <pc:sldMk cId="4175080365" sldId="393"/>
            <ac:spMk id="2" creationId="{59793D50-0218-41F3-63AF-2084ACE8BD17}"/>
          </ac:spMkLst>
        </pc:spChg>
        <pc:spChg chg="mod">
          <ac:chgData name="HIMANSHU SHARMA" userId="d4b128edbff74741" providerId="LiveId" clId="{CC0D573A-A669-404C-A223-C0737676C0C2}" dt="2025-06-13T04:52:12.225" v="1811" actId="113"/>
          <ac:spMkLst>
            <pc:docMk/>
            <pc:sldMk cId="4175080365" sldId="393"/>
            <ac:spMk id="3" creationId="{E51386AA-FA2D-73B4-1A3D-456D1480A5E2}"/>
          </ac:spMkLst>
        </pc:spChg>
      </pc:sldChg>
      <pc:sldChg chg="modSp new mod">
        <pc:chgData name="HIMANSHU SHARMA" userId="d4b128edbff74741" providerId="LiveId" clId="{CC0D573A-A669-404C-A223-C0737676C0C2}" dt="2025-06-13T04:53:47.280" v="1827" actId="20577"/>
        <pc:sldMkLst>
          <pc:docMk/>
          <pc:sldMk cId="622112128" sldId="394"/>
        </pc:sldMkLst>
        <pc:spChg chg="mod">
          <ac:chgData name="HIMANSHU SHARMA" userId="d4b128edbff74741" providerId="LiveId" clId="{CC0D573A-A669-404C-A223-C0737676C0C2}" dt="2025-06-13T04:53:47.280" v="1827" actId="20577"/>
          <ac:spMkLst>
            <pc:docMk/>
            <pc:sldMk cId="622112128" sldId="394"/>
            <ac:spMk id="2" creationId="{5F0FCE17-8630-9892-A2B9-E073DF9A5879}"/>
          </ac:spMkLst>
        </pc:spChg>
        <pc:spChg chg="mod">
          <ac:chgData name="HIMANSHU SHARMA" userId="d4b128edbff74741" providerId="LiveId" clId="{CC0D573A-A669-404C-A223-C0737676C0C2}" dt="2025-06-13T04:52:50.809" v="1816"/>
          <ac:spMkLst>
            <pc:docMk/>
            <pc:sldMk cId="622112128" sldId="394"/>
            <ac:spMk id="3" creationId="{A5769543-AF8D-3A76-478A-0AFD181ABFC3}"/>
          </ac:spMkLst>
        </pc:spChg>
      </pc:sldChg>
      <pc:sldChg chg="addSp delSp modSp new mod">
        <pc:chgData name="HIMANSHU SHARMA" userId="d4b128edbff74741" providerId="LiveId" clId="{CC0D573A-A669-404C-A223-C0737676C0C2}" dt="2025-06-13T04:58:19.194" v="1910" actId="1076"/>
        <pc:sldMkLst>
          <pc:docMk/>
          <pc:sldMk cId="206095764" sldId="395"/>
        </pc:sldMkLst>
        <pc:spChg chg="mod">
          <ac:chgData name="HIMANSHU SHARMA" userId="d4b128edbff74741" providerId="LiveId" clId="{CC0D573A-A669-404C-A223-C0737676C0C2}" dt="2025-06-13T04:58:15.967" v="1908" actId="1076"/>
          <ac:spMkLst>
            <pc:docMk/>
            <pc:sldMk cId="206095764" sldId="395"/>
            <ac:spMk id="2" creationId="{1747087E-F635-B8C4-8EA4-7971505501E1}"/>
          </ac:spMkLst>
        </pc:spChg>
        <pc:spChg chg="del mod">
          <ac:chgData name="HIMANSHU SHARMA" userId="d4b128edbff74741" providerId="LiveId" clId="{CC0D573A-A669-404C-A223-C0737676C0C2}" dt="2025-06-13T04:55:56.770" v="1860"/>
          <ac:spMkLst>
            <pc:docMk/>
            <pc:sldMk cId="206095764" sldId="395"/>
            <ac:spMk id="3" creationId="{249A9762-7F57-2494-A9CB-03D3BAA5106F}"/>
          </ac:spMkLst>
        </pc:spChg>
        <pc:spChg chg="add mod">
          <ac:chgData name="HIMANSHU SHARMA" userId="d4b128edbff74741" providerId="LiveId" clId="{CC0D573A-A669-404C-A223-C0737676C0C2}" dt="2025-06-13T04:57:52.079" v="1905" actId="1076"/>
          <ac:spMkLst>
            <pc:docMk/>
            <pc:sldMk cId="206095764" sldId="395"/>
            <ac:spMk id="6" creationId="{0C811DB5-5D2A-1258-E118-F9471FD568D5}"/>
          </ac:spMkLst>
        </pc:spChg>
        <pc:picChg chg="add mod">
          <ac:chgData name="HIMANSHU SHARMA" userId="d4b128edbff74741" providerId="LiveId" clId="{CC0D573A-A669-404C-A223-C0737676C0C2}" dt="2025-06-13T04:58:19.194" v="1910" actId="1076"/>
          <ac:picMkLst>
            <pc:docMk/>
            <pc:sldMk cId="206095764" sldId="395"/>
            <ac:picMk id="5" creationId="{ED959319-90C3-76AC-7646-E255911B1A2F}"/>
          </ac:picMkLst>
        </pc:picChg>
      </pc:sldChg>
      <pc:sldChg chg="addSp modSp new mod">
        <pc:chgData name="HIMANSHU SHARMA" userId="d4b128edbff74741" providerId="LiveId" clId="{CC0D573A-A669-404C-A223-C0737676C0C2}" dt="2025-06-13T05:08:12.474" v="1963" actId="1076"/>
        <pc:sldMkLst>
          <pc:docMk/>
          <pc:sldMk cId="1608260310" sldId="396"/>
        </pc:sldMkLst>
        <pc:spChg chg="add mod">
          <ac:chgData name="HIMANSHU SHARMA" userId="d4b128edbff74741" providerId="LiveId" clId="{CC0D573A-A669-404C-A223-C0737676C0C2}" dt="2025-06-13T05:08:12.474" v="1963" actId="1076"/>
          <ac:spMkLst>
            <pc:docMk/>
            <pc:sldMk cId="1608260310" sldId="396"/>
            <ac:spMk id="4" creationId="{F4DAD1E0-0F83-BABD-17F1-585F1367C788}"/>
          </ac:spMkLst>
        </pc:spChg>
        <pc:picChg chg="add mod">
          <ac:chgData name="HIMANSHU SHARMA" userId="d4b128edbff74741" providerId="LiveId" clId="{CC0D573A-A669-404C-A223-C0737676C0C2}" dt="2025-06-13T05:07:40.345" v="1947" actId="1076"/>
          <ac:picMkLst>
            <pc:docMk/>
            <pc:sldMk cId="1608260310" sldId="396"/>
            <ac:picMk id="3" creationId="{A154B4FC-CDED-73B5-8B06-612879792858}"/>
          </ac:picMkLst>
        </pc:picChg>
      </pc:sldChg>
      <pc:sldChg chg="addSp modSp new del mod">
        <pc:chgData name="HIMANSHU SHARMA" userId="d4b128edbff74741" providerId="LiveId" clId="{CC0D573A-A669-404C-A223-C0737676C0C2}" dt="2025-06-13T05:01:14.910" v="1916" actId="2696"/>
        <pc:sldMkLst>
          <pc:docMk/>
          <pc:sldMk cId="2668742964" sldId="396"/>
        </pc:sldMkLst>
        <pc:spChg chg="add mod">
          <ac:chgData name="HIMANSHU SHARMA" userId="d4b128edbff74741" providerId="LiveId" clId="{CC0D573A-A669-404C-A223-C0737676C0C2}" dt="2025-06-13T05:01:06.299" v="1915" actId="1076"/>
          <ac:spMkLst>
            <pc:docMk/>
            <pc:sldMk cId="2668742964" sldId="396"/>
            <ac:spMk id="3" creationId="{54374C8E-CEFC-D796-43C6-29480FF3E538}"/>
          </ac:spMkLst>
        </pc:spChg>
      </pc:sldChg>
      <pc:sldChg chg="addSp delSp modSp new mod">
        <pc:chgData name="HIMANSHU SHARMA" userId="d4b128edbff74741" providerId="LiveId" clId="{CC0D573A-A669-404C-A223-C0737676C0C2}" dt="2025-06-13T05:12:33.786" v="2049" actId="1076"/>
        <pc:sldMkLst>
          <pc:docMk/>
          <pc:sldMk cId="909688603" sldId="397"/>
        </pc:sldMkLst>
        <pc:spChg chg="add mod">
          <ac:chgData name="HIMANSHU SHARMA" userId="d4b128edbff74741" providerId="LiveId" clId="{CC0D573A-A669-404C-A223-C0737676C0C2}" dt="2025-06-13T05:12:33.786" v="2049" actId="1076"/>
          <ac:spMkLst>
            <pc:docMk/>
            <pc:sldMk cId="909688603" sldId="397"/>
            <ac:spMk id="10" creationId="{756F8D73-357F-7256-DD31-0EF3874C3D0F}"/>
          </ac:spMkLst>
        </pc:spChg>
        <pc:picChg chg="add del mod">
          <ac:chgData name="HIMANSHU SHARMA" userId="d4b128edbff74741" providerId="LiveId" clId="{CC0D573A-A669-404C-A223-C0737676C0C2}" dt="2025-06-13T05:09:26.415" v="1970" actId="21"/>
          <ac:picMkLst>
            <pc:docMk/>
            <pc:sldMk cId="909688603" sldId="397"/>
            <ac:picMk id="3" creationId="{22CAF9B3-1E52-DA1A-8935-30E5F3290E3C}"/>
          </ac:picMkLst>
        </pc:picChg>
        <pc:picChg chg="add del mod">
          <ac:chgData name="HIMANSHU SHARMA" userId="d4b128edbff74741" providerId="LiveId" clId="{CC0D573A-A669-404C-A223-C0737676C0C2}" dt="2025-06-13T05:10:16.654" v="1975" actId="21"/>
          <ac:picMkLst>
            <pc:docMk/>
            <pc:sldMk cId="909688603" sldId="397"/>
            <ac:picMk id="5" creationId="{F026D800-656F-2204-2164-BB6509A310DD}"/>
          </ac:picMkLst>
        </pc:picChg>
        <pc:picChg chg="add del mod">
          <ac:chgData name="HIMANSHU SHARMA" userId="d4b128edbff74741" providerId="LiveId" clId="{CC0D573A-A669-404C-A223-C0737676C0C2}" dt="2025-06-13T05:10:35.409" v="1978" actId="21"/>
          <ac:picMkLst>
            <pc:docMk/>
            <pc:sldMk cId="909688603" sldId="397"/>
            <ac:picMk id="7" creationId="{A276DEF8-A804-F3CC-0F9F-64A526B6F4C2}"/>
          </ac:picMkLst>
        </pc:picChg>
        <pc:picChg chg="add mod">
          <ac:chgData name="HIMANSHU SHARMA" userId="d4b128edbff74741" providerId="LiveId" clId="{CC0D573A-A669-404C-A223-C0737676C0C2}" dt="2025-06-13T05:11:11.571" v="1982" actId="14100"/>
          <ac:picMkLst>
            <pc:docMk/>
            <pc:sldMk cId="909688603" sldId="397"/>
            <ac:picMk id="9" creationId="{C52D80E2-AA1A-EE58-CA2E-27F8318D7A31}"/>
          </ac:picMkLst>
        </pc:picChg>
      </pc:sldChg>
      <pc:sldChg chg="addSp modSp new mod">
        <pc:chgData name="HIMANSHU SHARMA" userId="d4b128edbff74741" providerId="LiveId" clId="{CC0D573A-A669-404C-A223-C0737676C0C2}" dt="2025-06-13T05:14:45.151" v="2099" actId="1076"/>
        <pc:sldMkLst>
          <pc:docMk/>
          <pc:sldMk cId="3427320467" sldId="398"/>
        </pc:sldMkLst>
        <pc:spChg chg="add mod">
          <ac:chgData name="HIMANSHU SHARMA" userId="d4b128edbff74741" providerId="LiveId" clId="{CC0D573A-A669-404C-A223-C0737676C0C2}" dt="2025-06-13T05:14:45.151" v="2099" actId="1076"/>
          <ac:spMkLst>
            <pc:docMk/>
            <pc:sldMk cId="3427320467" sldId="398"/>
            <ac:spMk id="4" creationId="{2DBD51E5-856F-BA44-B0B7-6356C92BE195}"/>
          </ac:spMkLst>
        </pc:spChg>
        <pc:picChg chg="add mod">
          <ac:chgData name="HIMANSHU SHARMA" userId="d4b128edbff74741" providerId="LiveId" clId="{CC0D573A-A669-404C-A223-C0737676C0C2}" dt="2025-06-13T05:13:54.102" v="2055" actId="14100"/>
          <ac:picMkLst>
            <pc:docMk/>
            <pc:sldMk cId="3427320467" sldId="398"/>
            <ac:picMk id="3" creationId="{F7E0AD6C-6805-ACB9-C2A6-B0644971523D}"/>
          </ac:picMkLst>
        </pc:picChg>
      </pc:sldChg>
      <pc:sldChg chg="addSp modSp new mod">
        <pc:chgData name="HIMANSHU SHARMA" userId="d4b128edbff74741" providerId="LiveId" clId="{CC0D573A-A669-404C-A223-C0737676C0C2}" dt="2025-06-13T05:18:34.917" v="2165" actId="1076"/>
        <pc:sldMkLst>
          <pc:docMk/>
          <pc:sldMk cId="608194182" sldId="399"/>
        </pc:sldMkLst>
        <pc:spChg chg="add mod">
          <ac:chgData name="HIMANSHU SHARMA" userId="d4b128edbff74741" providerId="LiveId" clId="{CC0D573A-A669-404C-A223-C0737676C0C2}" dt="2025-06-13T05:18:34.917" v="2165" actId="1076"/>
          <ac:spMkLst>
            <pc:docMk/>
            <pc:sldMk cId="608194182" sldId="399"/>
            <ac:spMk id="4" creationId="{2F7B3F4E-2446-D9BF-7390-D086D382D42A}"/>
          </ac:spMkLst>
        </pc:spChg>
        <pc:picChg chg="add mod">
          <ac:chgData name="HIMANSHU SHARMA" userId="d4b128edbff74741" providerId="LiveId" clId="{CC0D573A-A669-404C-A223-C0737676C0C2}" dt="2025-06-13T05:16:23.997" v="2105" actId="14100"/>
          <ac:picMkLst>
            <pc:docMk/>
            <pc:sldMk cId="608194182" sldId="399"/>
            <ac:picMk id="3" creationId="{8960DF28-454F-F354-12D9-72AA1A908E70}"/>
          </ac:picMkLst>
        </pc:picChg>
      </pc:sldChg>
      <pc:sldChg chg="addSp modSp new mod">
        <pc:chgData name="HIMANSHU SHARMA" userId="d4b128edbff74741" providerId="LiveId" clId="{CC0D573A-A669-404C-A223-C0737676C0C2}" dt="2025-06-13T05:17:29.746" v="2114" actId="14100"/>
        <pc:sldMkLst>
          <pc:docMk/>
          <pc:sldMk cId="4074406747" sldId="400"/>
        </pc:sldMkLst>
        <pc:picChg chg="add mod">
          <ac:chgData name="HIMANSHU SHARMA" userId="d4b128edbff74741" providerId="LiveId" clId="{CC0D573A-A669-404C-A223-C0737676C0C2}" dt="2025-06-13T05:17:29.746" v="2114" actId="14100"/>
          <ac:picMkLst>
            <pc:docMk/>
            <pc:sldMk cId="4074406747" sldId="400"/>
            <ac:picMk id="3" creationId="{F8062637-10B9-C962-8479-CFFB8B449D3C}"/>
          </ac:picMkLst>
        </pc:picChg>
      </pc:sldChg>
      <pc:sldChg chg="addSp modSp new mod">
        <pc:chgData name="HIMANSHU SHARMA" userId="d4b128edbff74741" providerId="LiveId" clId="{CC0D573A-A669-404C-A223-C0737676C0C2}" dt="2025-06-13T05:22:53.842" v="2267" actId="1076"/>
        <pc:sldMkLst>
          <pc:docMk/>
          <pc:sldMk cId="1882788929" sldId="401"/>
        </pc:sldMkLst>
        <pc:spChg chg="add mod">
          <ac:chgData name="HIMANSHU SHARMA" userId="d4b128edbff74741" providerId="LiveId" clId="{CC0D573A-A669-404C-A223-C0737676C0C2}" dt="2025-06-13T05:22:53.842" v="2267" actId="1076"/>
          <ac:spMkLst>
            <pc:docMk/>
            <pc:sldMk cId="1882788929" sldId="401"/>
            <ac:spMk id="4" creationId="{D35FEB6B-5F44-1B58-9471-1E89A5774A32}"/>
          </ac:spMkLst>
        </pc:spChg>
        <pc:picChg chg="add mod">
          <ac:chgData name="HIMANSHU SHARMA" userId="d4b128edbff74741" providerId="LiveId" clId="{CC0D573A-A669-404C-A223-C0737676C0C2}" dt="2025-06-13T05:20:13.382" v="2171" actId="14100"/>
          <ac:picMkLst>
            <pc:docMk/>
            <pc:sldMk cId="1882788929" sldId="401"/>
            <ac:picMk id="3" creationId="{E83A444E-1B1C-3332-AF01-AECB90CC4C55}"/>
          </ac:picMkLst>
        </pc:picChg>
      </pc:sldChg>
      <pc:sldChg chg="addSp modSp new mod">
        <pc:chgData name="HIMANSHU SHARMA" userId="d4b128edbff74741" providerId="LiveId" clId="{CC0D573A-A669-404C-A223-C0737676C0C2}" dt="2025-06-13T05:21:21.419" v="2175" actId="14100"/>
        <pc:sldMkLst>
          <pc:docMk/>
          <pc:sldMk cId="3940990410" sldId="402"/>
        </pc:sldMkLst>
        <pc:picChg chg="add mod">
          <ac:chgData name="HIMANSHU SHARMA" userId="d4b128edbff74741" providerId="LiveId" clId="{CC0D573A-A669-404C-A223-C0737676C0C2}" dt="2025-06-13T05:21:21.419" v="2175" actId="14100"/>
          <ac:picMkLst>
            <pc:docMk/>
            <pc:sldMk cId="3940990410" sldId="402"/>
            <ac:picMk id="3" creationId="{75F28ABC-D135-2C6E-C75E-2D8FBD793088}"/>
          </ac:picMkLst>
        </pc:picChg>
      </pc:sldChg>
      <pc:sldChg chg="addSp delSp modSp new mod">
        <pc:chgData name="HIMANSHU SHARMA" userId="d4b128edbff74741" providerId="LiveId" clId="{CC0D573A-A669-404C-A223-C0737676C0C2}" dt="2025-06-13T05:29:48.117" v="2329" actId="14100"/>
        <pc:sldMkLst>
          <pc:docMk/>
          <pc:sldMk cId="1297279504" sldId="403"/>
        </pc:sldMkLst>
        <pc:spChg chg="add del mod">
          <ac:chgData name="HIMANSHU SHARMA" userId="d4b128edbff74741" providerId="LiveId" clId="{CC0D573A-A669-404C-A223-C0737676C0C2}" dt="2025-06-13T05:29:08.893" v="2316"/>
          <ac:spMkLst>
            <pc:docMk/>
            <pc:sldMk cId="1297279504" sldId="403"/>
            <ac:spMk id="3" creationId="{62C16797-4D5D-ADEA-3B90-E3CBF83E4429}"/>
          </ac:spMkLst>
        </pc:spChg>
        <pc:picChg chg="add mod">
          <ac:chgData name="HIMANSHU SHARMA" userId="d4b128edbff74741" providerId="LiveId" clId="{CC0D573A-A669-404C-A223-C0737676C0C2}" dt="2025-06-13T05:29:48.117" v="2329" actId="14100"/>
          <ac:picMkLst>
            <pc:docMk/>
            <pc:sldMk cId="1297279504" sldId="403"/>
            <ac:picMk id="2" creationId="{3A23D6D5-D34B-12F3-4CD3-E0C5ED796078}"/>
          </ac:picMkLst>
        </pc:picChg>
      </pc:sldChg>
      <pc:sldChg chg="addSp modSp new">
        <pc:chgData name="HIMANSHU SHARMA" userId="d4b128edbff74741" providerId="LiveId" clId="{CC0D573A-A669-404C-A223-C0737676C0C2}" dt="2025-06-13T05:27:18.376" v="2296"/>
        <pc:sldMkLst>
          <pc:docMk/>
          <pc:sldMk cId="560286460" sldId="404"/>
        </pc:sldMkLst>
        <pc:picChg chg="add mod">
          <ac:chgData name="HIMANSHU SHARMA" userId="d4b128edbff74741" providerId="LiveId" clId="{CC0D573A-A669-404C-A223-C0737676C0C2}" dt="2025-06-13T05:27:18.376" v="2296"/>
          <ac:picMkLst>
            <pc:docMk/>
            <pc:sldMk cId="560286460" sldId="404"/>
            <ac:picMk id="3" creationId="{AFC06BA4-4663-9A12-4D96-63DA0A504342}"/>
          </ac:picMkLst>
        </pc:picChg>
      </pc:sldChg>
      <pc:sldChg chg="addSp modSp new">
        <pc:chgData name="HIMANSHU SHARMA" userId="d4b128edbff74741" providerId="LiveId" clId="{CC0D573A-A669-404C-A223-C0737676C0C2}" dt="2025-06-13T05:27:49.815" v="2298"/>
        <pc:sldMkLst>
          <pc:docMk/>
          <pc:sldMk cId="1559291977" sldId="405"/>
        </pc:sldMkLst>
        <pc:picChg chg="add mod">
          <ac:chgData name="HIMANSHU SHARMA" userId="d4b128edbff74741" providerId="LiveId" clId="{CC0D573A-A669-404C-A223-C0737676C0C2}" dt="2025-06-13T05:27:49.815" v="2298"/>
          <ac:picMkLst>
            <pc:docMk/>
            <pc:sldMk cId="1559291977" sldId="405"/>
            <ac:picMk id="3" creationId="{FB5B2F80-8461-0D9A-3ECC-3162E9DCC520}"/>
          </ac:picMkLst>
        </pc:picChg>
      </pc:sldChg>
      <pc:sldChg chg="modSp new mod">
        <pc:chgData name="HIMANSHU SHARMA" userId="d4b128edbff74741" providerId="LiveId" clId="{CC0D573A-A669-404C-A223-C0737676C0C2}" dt="2025-06-13T05:32:32.744" v="2346" actId="20577"/>
        <pc:sldMkLst>
          <pc:docMk/>
          <pc:sldMk cId="70818982" sldId="406"/>
        </pc:sldMkLst>
        <pc:spChg chg="mod">
          <ac:chgData name="HIMANSHU SHARMA" userId="d4b128edbff74741" providerId="LiveId" clId="{CC0D573A-A669-404C-A223-C0737676C0C2}" dt="2025-06-13T05:28:03.884" v="2309" actId="20577"/>
          <ac:spMkLst>
            <pc:docMk/>
            <pc:sldMk cId="70818982" sldId="406"/>
            <ac:spMk id="2" creationId="{BE38F6AB-E555-EBBA-71D2-5E763FF6BC6D}"/>
          </ac:spMkLst>
        </pc:spChg>
        <pc:spChg chg="mod">
          <ac:chgData name="HIMANSHU SHARMA" userId="d4b128edbff74741" providerId="LiveId" clId="{CC0D573A-A669-404C-A223-C0737676C0C2}" dt="2025-06-13T05:32:32.744" v="2346" actId="20577"/>
          <ac:spMkLst>
            <pc:docMk/>
            <pc:sldMk cId="70818982" sldId="406"/>
            <ac:spMk id="3" creationId="{DC2E9D1F-8FAE-879C-40D2-FE72B4FD4B79}"/>
          </ac:spMkLst>
        </pc:spChg>
      </pc:sldChg>
      <pc:sldChg chg="new del">
        <pc:chgData name="HIMANSHU SHARMA" userId="d4b128edbff74741" providerId="LiveId" clId="{CC0D573A-A669-404C-A223-C0737676C0C2}" dt="2025-06-13T05:29:54.161" v="2330" actId="2696"/>
        <pc:sldMkLst>
          <pc:docMk/>
          <pc:sldMk cId="2626776142" sldId="407"/>
        </pc:sldMkLst>
      </pc:sldChg>
      <pc:sldChg chg="addSp modSp new mod">
        <pc:chgData name="HIMANSHU SHARMA" userId="d4b128edbff74741" providerId="LiveId" clId="{CC0D573A-A669-404C-A223-C0737676C0C2}" dt="2025-06-13T05:29:35.222" v="2325" actId="1076"/>
        <pc:sldMkLst>
          <pc:docMk/>
          <pc:sldMk cId="1870432674" sldId="408"/>
        </pc:sldMkLst>
        <pc:spChg chg="add mod">
          <ac:chgData name="HIMANSHU SHARMA" userId="d4b128edbff74741" providerId="LiveId" clId="{CC0D573A-A669-404C-A223-C0737676C0C2}" dt="2025-06-13T05:29:35.222" v="2325" actId="1076"/>
          <ac:spMkLst>
            <pc:docMk/>
            <pc:sldMk cId="1870432674" sldId="408"/>
            <ac:spMk id="4" creationId="{6062A184-3A90-83D2-F14E-45609C75C4DA}"/>
          </ac:spMkLst>
        </pc:spChg>
        <pc:picChg chg="add mod">
          <ac:chgData name="HIMANSHU SHARMA" userId="d4b128edbff74741" providerId="LiveId" clId="{CC0D573A-A669-404C-A223-C0737676C0C2}" dt="2025-06-13T05:28:53.126" v="2313" actId="14100"/>
          <ac:picMkLst>
            <pc:docMk/>
            <pc:sldMk cId="1870432674" sldId="408"/>
            <ac:picMk id="3" creationId="{D9F866D0-EBAE-6C9A-62AF-35039E265FE2}"/>
          </ac:picMkLst>
        </pc:picChg>
      </pc:sldChg>
      <pc:sldChg chg="modSp new del mod">
        <pc:chgData name="HIMANSHU SHARMA" userId="d4b128edbff74741" providerId="LiveId" clId="{CC0D573A-A669-404C-A223-C0737676C0C2}" dt="2025-06-13T05:32:59.118" v="2356" actId="2696"/>
        <pc:sldMkLst>
          <pc:docMk/>
          <pc:sldMk cId="2281018010" sldId="409"/>
        </pc:sldMkLst>
        <pc:spChg chg="mod">
          <ac:chgData name="HIMANSHU SHARMA" userId="d4b128edbff74741" providerId="LiveId" clId="{CC0D573A-A669-404C-A223-C0737676C0C2}" dt="2025-06-13T05:32:51.893" v="2355" actId="20577"/>
          <ac:spMkLst>
            <pc:docMk/>
            <pc:sldMk cId="2281018010" sldId="409"/>
            <ac:spMk id="3" creationId="{E5F5CAEC-EFA5-6592-449A-E5A756F5D78F}"/>
          </ac:spMkLst>
        </pc:spChg>
      </pc:sldChg>
      <pc:sldChg chg="modSp new mod">
        <pc:chgData name="HIMANSHU SHARMA" userId="d4b128edbff74741" providerId="LiveId" clId="{CC0D573A-A669-404C-A223-C0737676C0C2}" dt="2025-06-13T05:33:41.241" v="2380" actId="1076"/>
        <pc:sldMkLst>
          <pc:docMk/>
          <pc:sldMk cId="2852381868" sldId="409"/>
        </pc:sldMkLst>
        <pc:spChg chg="mod">
          <ac:chgData name="HIMANSHU SHARMA" userId="d4b128edbff74741" providerId="LiveId" clId="{CC0D573A-A669-404C-A223-C0737676C0C2}" dt="2025-06-13T05:33:41.241" v="2380" actId="1076"/>
          <ac:spMkLst>
            <pc:docMk/>
            <pc:sldMk cId="2852381868" sldId="409"/>
            <ac:spMk id="2" creationId="{E59FAAB5-064E-6604-ED81-CFB42AA8F995}"/>
          </ac:spMkLst>
        </pc:spChg>
      </pc:sldChg>
      <pc:sldChg chg="modSp new mod">
        <pc:chgData name="HIMANSHU SHARMA" userId="d4b128edbff74741" providerId="LiveId" clId="{CC0D573A-A669-404C-A223-C0737676C0C2}" dt="2025-06-13T05:44:09.881" v="2535" actId="1076"/>
        <pc:sldMkLst>
          <pc:docMk/>
          <pc:sldMk cId="3573856239" sldId="410"/>
        </pc:sldMkLst>
        <pc:spChg chg="mod">
          <ac:chgData name="HIMANSHU SHARMA" userId="d4b128edbff74741" providerId="LiveId" clId="{CC0D573A-A669-404C-A223-C0737676C0C2}" dt="2025-06-13T05:44:06.697" v="2534" actId="1076"/>
          <ac:spMkLst>
            <pc:docMk/>
            <pc:sldMk cId="3573856239" sldId="410"/>
            <ac:spMk id="2" creationId="{E290D531-9063-B9DF-D042-B01BEEE8AB7E}"/>
          </ac:spMkLst>
        </pc:spChg>
        <pc:spChg chg="mod">
          <ac:chgData name="HIMANSHU SHARMA" userId="d4b128edbff74741" providerId="LiveId" clId="{CC0D573A-A669-404C-A223-C0737676C0C2}" dt="2025-06-13T05:44:09.881" v="2535" actId="1076"/>
          <ac:spMkLst>
            <pc:docMk/>
            <pc:sldMk cId="3573856239" sldId="410"/>
            <ac:spMk id="3" creationId="{D7133842-9286-69BB-19EF-47681FC36F00}"/>
          </ac:spMkLst>
        </pc:spChg>
      </pc:sldChg>
      <pc:sldMasterChg chg="modSp modSldLayout">
        <pc:chgData name="HIMANSHU SHARMA" userId="d4b128edbff74741" providerId="LiveId" clId="{CC0D573A-A669-404C-A223-C0737676C0C2}" dt="2025-06-12T14:56:35.963" v="549"/>
        <pc:sldMasterMkLst>
          <pc:docMk/>
          <pc:sldMasterMk cId="307913523" sldId="2147483660"/>
        </pc:sldMasterMkLst>
        <pc:spChg chg="mod">
          <ac:chgData name="HIMANSHU SHARMA" userId="d4b128edbff74741" providerId="LiveId" clId="{CC0D573A-A669-404C-A223-C0737676C0C2}" dt="2025-06-12T14:56:35.963" v="549"/>
          <ac:spMkLst>
            <pc:docMk/>
            <pc:sldMasterMk cId="307913523" sldId="2147483660"/>
            <ac:spMk id="2" creationId="{00000000-0000-0000-0000-000000000000}"/>
          </ac:spMkLst>
        </pc:spChg>
        <pc:spChg chg="mod">
          <ac:chgData name="HIMANSHU SHARMA" userId="d4b128edbff74741" providerId="LiveId" clId="{CC0D573A-A669-404C-A223-C0737676C0C2}" dt="2025-06-12T14:56:35.963" v="549"/>
          <ac:spMkLst>
            <pc:docMk/>
            <pc:sldMasterMk cId="307913523" sldId="2147483660"/>
            <ac:spMk id="3" creationId="{00000000-0000-0000-0000-000000000000}"/>
          </ac:spMkLst>
        </pc:spChg>
        <pc:spChg chg="mod">
          <ac:chgData name="HIMANSHU SHARMA" userId="d4b128edbff74741" providerId="LiveId" clId="{CC0D573A-A669-404C-A223-C0737676C0C2}" dt="2025-06-12T14:56:35.963" v="549"/>
          <ac:spMkLst>
            <pc:docMk/>
            <pc:sldMasterMk cId="307913523" sldId="2147483660"/>
            <ac:spMk id="4" creationId="{00000000-0000-0000-0000-000000000000}"/>
          </ac:spMkLst>
        </pc:spChg>
        <pc:spChg chg="mod">
          <ac:chgData name="HIMANSHU SHARMA" userId="d4b128edbff74741" providerId="LiveId" clId="{CC0D573A-A669-404C-A223-C0737676C0C2}" dt="2025-06-12T14:56:35.963" v="549"/>
          <ac:spMkLst>
            <pc:docMk/>
            <pc:sldMasterMk cId="307913523" sldId="2147483660"/>
            <ac:spMk id="5" creationId="{00000000-0000-0000-0000-000000000000}"/>
          </ac:spMkLst>
        </pc:spChg>
        <pc:spChg chg="mod">
          <ac:chgData name="HIMANSHU SHARMA" userId="d4b128edbff74741" providerId="LiveId" clId="{CC0D573A-A669-404C-A223-C0737676C0C2}" dt="2025-06-12T14:56:35.963" v="549"/>
          <ac:spMkLst>
            <pc:docMk/>
            <pc:sldMasterMk cId="307913523" sldId="2147483660"/>
            <ac:spMk id="6" creationId="{00000000-0000-0000-0000-000000000000}"/>
          </ac:spMkLst>
        </pc:spChg>
        <pc:sldLayoutChg chg="modSp">
          <pc:chgData name="HIMANSHU SHARMA" userId="d4b128edbff74741" providerId="LiveId" clId="{CC0D573A-A669-404C-A223-C0737676C0C2}" dt="2025-06-12T14:56:35.963" v="549"/>
          <pc:sldLayoutMkLst>
            <pc:docMk/>
            <pc:sldMasterMk cId="307913523" sldId="2147483660"/>
            <pc:sldLayoutMk cId="1633440076" sldId="2147483661"/>
          </pc:sldLayoutMkLst>
          <pc:spChg chg="mod">
            <ac:chgData name="HIMANSHU SHARMA" userId="d4b128edbff74741" providerId="LiveId" clId="{CC0D573A-A669-404C-A223-C0737676C0C2}" dt="2025-06-12T14:56:35.963" v="549"/>
            <ac:spMkLst>
              <pc:docMk/>
              <pc:sldMasterMk cId="307913523" sldId="2147483660"/>
              <pc:sldLayoutMk cId="1633440076" sldId="2147483661"/>
              <ac:spMk id="2" creationId="{00000000-0000-0000-0000-000000000000}"/>
            </ac:spMkLst>
          </pc:spChg>
          <pc:spChg chg="mod">
            <ac:chgData name="HIMANSHU SHARMA" userId="d4b128edbff74741" providerId="LiveId" clId="{CC0D573A-A669-404C-A223-C0737676C0C2}" dt="2025-06-12T14:56:35.963" v="549"/>
            <ac:spMkLst>
              <pc:docMk/>
              <pc:sldMasterMk cId="307913523" sldId="2147483660"/>
              <pc:sldLayoutMk cId="1633440076" sldId="2147483661"/>
              <ac:spMk id="3" creationId="{00000000-0000-0000-0000-000000000000}"/>
            </ac:spMkLst>
          </pc:spChg>
        </pc:sldLayoutChg>
        <pc:sldLayoutChg chg="modSp">
          <pc:chgData name="HIMANSHU SHARMA" userId="d4b128edbff74741" providerId="LiveId" clId="{CC0D573A-A669-404C-A223-C0737676C0C2}" dt="2025-06-12T14:56:35.963" v="549"/>
          <pc:sldLayoutMkLst>
            <pc:docMk/>
            <pc:sldMasterMk cId="307913523" sldId="2147483660"/>
            <pc:sldLayoutMk cId="4177307604" sldId="2147483663"/>
          </pc:sldLayoutMkLst>
          <pc:spChg chg="mod">
            <ac:chgData name="HIMANSHU SHARMA" userId="d4b128edbff74741" providerId="LiveId" clId="{CC0D573A-A669-404C-A223-C0737676C0C2}" dt="2025-06-12T14:56:35.963" v="549"/>
            <ac:spMkLst>
              <pc:docMk/>
              <pc:sldMasterMk cId="307913523" sldId="2147483660"/>
              <pc:sldLayoutMk cId="4177307604" sldId="2147483663"/>
              <ac:spMk id="2" creationId="{00000000-0000-0000-0000-000000000000}"/>
            </ac:spMkLst>
          </pc:spChg>
          <pc:spChg chg="mod">
            <ac:chgData name="HIMANSHU SHARMA" userId="d4b128edbff74741" providerId="LiveId" clId="{CC0D573A-A669-404C-A223-C0737676C0C2}" dt="2025-06-12T14:56:35.963" v="549"/>
            <ac:spMkLst>
              <pc:docMk/>
              <pc:sldMasterMk cId="307913523" sldId="2147483660"/>
              <pc:sldLayoutMk cId="4177307604" sldId="2147483663"/>
              <ac:spMk id="3" creationId="{00000000-0000-0000-0000-000000000000}"/>
            </ac:spMkLst>
          </pc:spChg>
        </pc:sldLayoutChg>
        <pc:sldLayoutChg chg="modSp">
          <pc:chgData name="HIMANSHU SHARMA" userId="d4b128edbff74741" providerId="LiveId" clId="{CC0D573A-A669-404C-A223-C0737676C0C2}" dt="2025-06-12T14:56:35.963" v="549"/>
          <pc:sldLayoutMkLst>
            <pc:docMk/>
            <pc:sldMasterMk cId="307913523" sldId="2147483660"/>
            <pc:sldLayoutMk cId="2602762816" sldId="2147483664"/>
          </pc:sldLayoutMkLst>
          <pc:spChg chg="mod">
            <ac:chgData name="HIMANSHU SHARMA" userId="d4b128edbff74741" providerId="LiveId" clId="{CC0D573A-A669-404C-A223-C0737676C0C2}" dt="2025-06-12T14:56:35.963" v="549"/>
            <ac:spMkLst>
              <pc:docMk/>
              <pc:sldMasterMk cId="307913523" sldId="2147483660"/>
              <pc:sldLayoutMk cId="2602762816" sldId="2147483664"/>
              <ac:spMk id="3" creationId="{00000000-0000-0000-0000-000000000000}"/>
            </ac:spMkLst>
          </pc:spChg>
          <pc:spChg chg="mod">
            <ac:chgData name="HIMANSHU SHARMA" userId="d4b128edbff74741" providerId="LiveId" clId="{CC0D573A-A669-404C-A223-C0737676C0C2}" dt="2025-06-12T14:56:35.963" v="549"/>
            <ac:spMkLst>
              <pc:docMk/>
              <pc:sldMasterMk cId="307913523" sldId="2147483660"/>
              <pc:sldLayoutMk cId="2602762816" sldId="2147483664"/>
              <ac:spMk id="4" creationId="{00000000-0000-0000-0000-000000000000}"/>
            </ac:spMkLst>
          </pc:spChg>
        </pc:sldLayoutChg>
        <pc:sldLayoutChg chg="modSp">
          <pc:chgData name="HIMANSHU SHARMA" userId="d4b128edbff74741" providerId="LiveId" clId="{CC0D573A-A669-404C-A223-C0737676C0C2}" dt="2025-06-12T14:56:35.963" v="549"/>
          <pc:sldLayoutMkLst>
            <pc:docMk/>
            <pc:sldMasterMk cId="307913523" sldId="2147483660"/>
            <pc:sldLayoutMk cId="615145651" sldId="2147483665"/>
          </pc:sldLayoutMkLst>
          <pc:spChg chg="mod">
            <ac:chgData name="HIMANSHU SHARMA" userId="d4b128edbff74741" providerId="LiveId" clId="{CC0D573A-A669-404C-A223-C0737676C0C2}" dt="2025-06-12T14:56:35.963" v="549"/>
            <ac:spMkLst>
              <pc:docMk/>
              <pc:sldMasterMk cId="307913523" sldId="2147483660"/>
              <pc:sldLayoutMk cId="615145651" sldId="2147483665"/>
              <ac:spMk id="3" creationId="{00000000-0000-0000-0000-000000000000}"/>
            </ac:spMkLst>
          </pc:spChg>
          <pc:spChg chg="mod">
            <ac:chgData name="HIMANSHU SHARMA" userId="d4b128edbff74741" providerId="LiveId" clId="{CC0D573A-A669-404C-A223-C0737676C0C2}" dt="2025-06-12T14:56:35.963" v="549"/>
            <ac:spMkLst>
              <pc:docMk/>
              <pc:sldMasterMk cId="307913523" sldId="2147483660"/>
              <pc:sldLayoutMk cId="615145651" sldId="2147483665"/>
              <ac:spMk id="4" creationId="{00000000-0000-0000-0000-000000000000}"/>
            </ac:spMkLst>
          </pc:spChg>
          <pc:spChg chg="mod">
            <ac:chgData name="HIMANSHU SHARMA" userId="d4b128edbff74741" providerId="LiveId" clId="{CC0D573A-A669-404C-A223-C0737676C0C2}" dt="2025-06-12T14:56:35.963" v="549"/>
            <ac:spMkLst>
              <pc:docMk/>
              <pc:sldMasterMk cId="307913523" sldId="2147483660"/>
              <pc:sldLayoutMk cId="615145651" sldId="2147483665"/>
              <ac:spMk id="5" creationId="{00000000-0000-0000-0000-000000000000}"/>
            </ac:spMkLst>
          </pc:spChg>
          <pc:spChg chg="mod">
            <ac:chgData name="HIMANSHU SHARMA" userId="d4b128edbff74741" providerId="LiveId" clId="{CC0D573A-A669-404C-A223-C0737676C0C2}" dt="2025-06-12T14:56:35.963" v="549"/>
            <ac:spMkLst>
              <pc:docMk/>
              <pc:sldMasterMk cId="307913523" sldId="2147483660"/>
              <pc:sldLayoutMk cId="615145651" sldId="2147483665"/>
              <ac:spMk id="6" creationId="{00000000-0000-0000-0000-000000000000}"/>
            </ac:spMkLst>
          </pc:spChg>
        </pc:sldLayoutChg>
        <pc:sldLayoutChg chg="modSp">
          <pc:chgData name="HIMANSHU SHARMA" userId="d4b128edbff74741" providerId="LiveId" clId="{CC0D573A-A669-404C-A223-C0737676C0C2}" dt="2025-06-12T14:56:35.963" v="549"/>
          <pc:sldLayoutMkLst>
            <pc:docMk/>
            <pc:sldMasterMk cId="307913523" sldId="2147483660"/>
            <pc:sldLayoutMk cId="2545084057" sldId="2147483668"/>
          </pc:sldLayoutMkLst>
          <pc:spChg chg="mod">
            <ac:chgData name="HIMANSHU SHARMA" userId="d4b128edbff74741" providerId="LiveId" clId="{CC0D573A-A669-404C-A223-C0737676C0C2}" dt="2025-06-12T14:56:35.963" v="549"/>
            <ac:spMkLst>
              <pc:docMk/>
              <pc:sldMasterMk cId="307913523" sldId="2147483660"/>
              <pc:sldLayoutMk cId="2545084057" sldId="2147483668"/>
              <ac:spMk id="2" creationId="{00000000-0000-0000-0000-000000000000}"/>
            </ac:spMkLst>
          </pc:spChg>
          <pc:spChg chg="mod">
            <ac:chgData name="HIMANSHU SHARMA" userId="d4b128edbff74741" providerId="LiveId" clId="{CC0D573A-A669-404C-A223-C0737676C0C2}" dt="2025-06-12T14:56:35.963" v="549"/>
            <ac:spMkLst>
              <pc:docMk/>
              <pc:sldMasterMk cId="307913523" sldId="2147483660"/>
              <pc:sldLayoutMk cId="2545084057" sldId="2147483668"/>
              <ac:spMk id="3" creationId="{00000000-0000-0000-0000-000000000000}"/>
            </ac:spMkLst>
          </pc:spChg>
          <pc:spChg chg="mod">
            <ac:chgData name="HIMANSHU SHARMA" userId="d4b128edbff74741" providerId="LiveId" clId="{CC0D573A-A669-404C-A223-C0737676C0C2}" dt="2025-06-12T14:56:35.963" v="549"/>
            <ac:spMkLst>
              <pc:docMk/>
              <pc:sldMasterMk cId="307913523" sldId="2147483660"/>
              <pc:sldLayoutMk cId="2545084057" sldId="2147483668"/>
              <ac:spMk id="4" creationId="{00000000-0000-0000-0000-000000000000}"/>
            </ac:spMkLst>
          </pc:spChg>
        </pc:sldLayoutChg>
        <pc:sldLayoutChg chg="modSp">
          <pc:chgData name="HIMANSHU SHARMA" userId="d4b128edbff74741" providerId="LiveId" clId="{CC0D573A-A669-404C-A223-C0737676C0C2}" dt="2025-06-12T14:56:35.963" v="549"/>
          <pc:sldLayoutMkLst>
            <pc:docMk/>
            <pc:sldMasterMk cId="307913523" sldId="2147483660"/>
            <pc:sldLayoutMk cId="2773606315" sldId="2147483669"/>
          </pc:sldLayoutMkLst>
          <pc:spChg chg="mod">
            <ac:chgData name="HIMANSHU SHARMA" userId="d4b128edbff74741" providerId="LiveId" clId="{CC0D573A-A669-404C-A223-C0737676C0C2}" dt="2025-06-12T14:56:35.963" v="549"/>
            <ac:spMkLst>
              <pc:docMk/>
              <pc:sldMasterMk cId="307913523" sldId="2147483660"/>
              <pc:sldLayoutMk cId="2773606315" sldId="2147483669"/>
              <ac:spMk id="2" creationId="{00000000-0000-0000-0000-000000000000}"/>
            </ac:spMkLst>
          </pc:spChg>
          <pc:spChg chg="mod">
            <ac:chgData name="HIMANSHU SHARMA" userId="d4b128edbff74741" providerId="LiveId" clId="{CC0D573A-A669-404C-A223-C0737676C0C2}" dt="2025-06-12T14:56:35.963" v="549"/>
            <ac:spMkLst>
              <pc:docMk/>
              <pc:sldMasterMk cId="307913523" sldId="2147483660"/>
              <pc:sldLayoutMk cId="2773606315" sldId="2147483669"/>
              <ac:spMk id="3" creationId="{00000000-0000-0000-0000-000000000000}"/>
            </ac:spMkLst>
          </pc:spChg>
          <pc:spChg chg="mod">
            <ac:chgData name="HIMANSHU SHARMA" userId="d4b128edbff74741" providerId="LiveId" clId="{CC0D573A-A669-404C-A223-C0737676C0C2}" dt="2025-06-12T14:56:35.963" v="549"/>
            <ac:spMkLst>
              <pc:docMk/>
              <pc:sldMasterMk cId="307913523" sldId="2147483660"/>
              <pc:sldLayoutMk cId="2773606315" sldId="2147483669"/>
              <ac:spMk id="4" creationId="{00000000-0000-0000-0000-000000000000}"/>
            </ac:spMkLst>
          </pc:spChg>
        </pc:sldLayoutChg>
        <pc:sldLayoutChg chg="modSp">
          <pc:chgData name="HIMANSHU SHARMA" userId="d4b128edbff74741" providerId="LiveId" clId="{CC0D573A-A669-404C-A223-C0737676C0C2}" dt="2025-06-12T14:56:35.963" v="549"/>
          <pc:sldLayoutMkLst>
            <pc:docMk/>
            <pc:sldMasterMk cId="307913523" sldId="2147483660"/>
            <pc:sldLayoutMk cId="2116499504" sldId="2147483671"/>
          </pc:sldLayoutMkLst>
          <pc:spChg chg="mod">
            <ac:chgData name="HIMANSHU SHARMA" userId="d4b128edbff74741" providerId="LiveId" clId="{CC0D573A-A669-404C-A223-C0737676C0C2}" dt="2025-06-12T14:56:35.963" v="549"/>
            <ac:spMkLst>
              <pc:docMk/>
              <pc:sldMasterMk cId="307913523" sldId="2147483660"/>
              <pc:sldLayoutMk cId="2116499504" sldId="2147483671"/>
              <ac:spMk id="2" creationId="{00000000-0000-0000-0000-000000000000}"/>
            </ac:spMkLst>
          </pc:spChg>
          <pc:spChg chg="mod">
            <ac:chgData name="HIMANSHU SHARMA" userId="d4b128edbff74741" providerId="LiveId" clId="{CC0D573A-A669-404C-A223-C0737676C0C2}" dt="2025-06-12T14:56:35.963" v="549"/>
            <ac:spMkLst>
              <pc:docMk/>
              <pc:sldMasterMk cId="307913523" sldId="2147483660"/>
              <pc:sldLayoutMk cId="2116499504" sldId="2147483671"/>
              <ac:spMk id="3" creationId="{00000000-0000-0000-0000-000000000000}"/>
            </ac:spMkLst>
          </pc:spChg>
        </pc:sldLayoutChg>
      </pc:sldMasterChg>
      <pc:sldMasterChg chg="modSp modSldLayout">
        <pc:chgData name="HIMANSHU SHARMA" userId="d4b128edbff74741" providerId="LiveId" clId="{CC0D573A-A669-404C-A223-C0737676C0C2}" dt="2025-06-12T14:56:31.373" v="548"/>
        <pc:sldMasterMkLst>
          <pc:docMk/>
          <pc:sldMasterMk cId="1305928506" sldId="2147483685"/>
        </pc:sldMasterMkLst>
        <pc:spChg chg="mod">
          <ac:chgData name="HIMANSHU SHARMA" userId="d4b128edbff74741" providerId="LiveId" clId="{CC0D573A-A669-404C-A223-C0737676C0C2}" dt="2025-06-12T14:56:31.373" v="548"/>
          <ac:spMkLst>
            <pc:docMk/>
            <pc:sldMasterMk cId="1305928506" sldId="2147483685"/>
            <ac:spMk id="2" creationId="{B2EBA5CD-DFC9-7457-A618-C0DEDC217730}"/>
          </ac:spMkLst>
        </pc:spChg>
        <pc:spChg chg="mod">
          <ac:chgData name="HIMANSHU SHARMA" userId="d4b128edbff74741" providerId="LiveId" clId="{CC0D573A-A669-404C-A223-C0737676C0C2}" dt="2025-06-12T14:56:31.373" v="548"/>
          <ac:spMkLst>
            <pc:docMk/>
            <pc:sldMasterMk cId="1305928506" sldId="2147483685"/>
            <ac:spMk id="3" creationId="{15C0DD20-8715-F2EC-C121-0B0CA3195583}"/>
          </ac:spMkLst>
        </pc:spChg>
        <pc:spChg chg="mod">
          <ac:chgData name="HIMANSHU SHARMA" userId="d4b128edbff74741" providerId="LiveId" clId="{CC0D573A-A669-404C-A223-C0737676C0C2}" dt="2025-06-12T14:56:31.373" v="548"/>
          <ac:spMkLst>
            <pc:docMk/>
            <pc:sldMasterMk cId="1305928506" sldId="2147483685"/>
            <ac:spMk id="4" creationId="{895CAF6E-5087-7189-8A2E-5AD60147258A}"/>
          </ac:spMkLst>
        </pc:spChg>
        <pc:spChg chg="mod">
          <ac:chgData name="HIMANSHU SHARMA" userId="d4b128edbff74741" providerId="LiveId" clId="{CC0D573A-A669-404C-A223-C0737676C0C2}" dt="2025-06-12T14:56:31.373" v="548"/>
          <ac:spMkLst>
            <pc:docMk/>
            <pc:sldMasterMk cId="1305928506" sldId="2147483685"/>
            <ac:spMk id="5" creationId="{19235BB8-F89E-90FA-838A-3ADD508C7AC9}"/>
          </ac:spMkLst>
        </pc:spChg>
        <pc:spChg chg="mod">
          <ac:chgData name="HIMANSHU SHARMA" userId="d4b128edbff74741" providerId="LiveId" clId="{CC0D573A-A669-404C-A223-C0737676C0C2}" dt="2025-06-12T14:56:31.373" v="548"/>
          <ac:spMkLst>
            <pc:docMk/>
            <pc:sldMasterMk cId="1305928506" sldId="2147483685"/>
            <ac:spMk id="6" creationId="{2C6213FF-B39D-2135-D32A-96A95D29B511}"/>
          </ac:spMkLst>
        </pc:spChg>
        <pc:sldLayoutChg chg="modSp">
          <pc:chgData name="HIMANSHU SHARMA" userId="d4b128edbff74741" providerId="LiveId" clId="{CC0D573A-A669-404C-A223-C0737676C0C2}" dt="2025-06-12T14:56:31.373" v="548"/>
          <pc:sldLayoutMkLst>
            <pc:docMk/>
            <pc:sldMasterMk cId="1305928506" sldId="2147483685"/>
            <pc:sldLayoutMk cId="1915118908" sldId="2147483686"/>
          </pc:sldLayoutMkLst>
          <pc:spChg chg="mod">
            <ac:chgData name="HIMANSHU SHARMA" userId="d4b128edbff74741" providerId="LiveId" clId="{CC0D573A-A669-404C-A223-C0737676C0C2}" dt="2025-06-12T14:56:31.373" v="548"/>
            <ac:spMkLst>
              <pc:docMk/>
              <pc:sldMasterMk cId="1305928506" sldId="2147483685"/>
              <pc:sldLayoutMk cId="1915118908" sldId="2147483686"/>
              <ac:spMk id="2" creationId="{4EC0D63D-CDB4-F52E-6919-7A4153857909}"/>
            </ac:spMkLst>
          </pc:spChg>
          <pc:spChg chg="mod">
            <ac:chgData name="HIMANSHU SHARMA" userId="d4b128edbff74741" providerId="LiveId" clId="{CC0D573A-A669-404C-A223-C0737676C0C2}" dt="2025-06-12T14:56:31.373" v="548"/>
            <ac:spMkLst>
              <pc:docMk/>
              <pc:sldMasterMk cId="1305928506" sldId="2147483685"/>
              <pc:sldLayoutMk cId="1915118908" sldId="2147483686"/>
              <ac:spMk id="3" creationId="{3FA73EC2-88BD-F30C-81A1-4BF3300B49D7}"/>
            </ac:spMkLst>
          </pc:spChg>
        </pc:sldLayoutChg>
        <pc:sldLayoutChg chg="modSp">
          <pc:chgData name="HIMANSHU SHARMA" userId="d4b128edbff74741" providerId="LiveId" clId="{CC0D573A-A669-404C-A223-C0737676C0C2}" dt="2025-06-12T14:56:31.373" v="548"/>
          <pc:sldLayoutMkLst>
            <pc:docMk/>
            <pc:sldMasterMk cId="1305928506" sldId="2147483685"/>
            <pc:sldLayoutMk cId="2911559714" sldId="2147483688"/>
          </pc:sldLayoutMkLst>
          <pc:spChg chg="mod">
            <ac:chgData name="HIMANSHU SHARMA" userId="d4b128edbff74741" providerId="LiveId" clId="{CC0D573A-A669-404C-A223-C0737676C0C2}" dt="2025-06-12T14:56:31.373" v="548"/>
            <ac:spMkLst>
              <pc:docMk/>
              <pc:sldMasterMk cId="1305928506" sldId="2147483685"/>
              <pc:sldLayoutMk cId="2911559714" sldId="2147483688"/>
              <ac:spMk id="2" creationId="{7CCC1CAB-0EB7-A973-1E2E-C17EFA1FC89C}"/>
            </ac:spMkLst>
          </pc:spChg>
          <pc:spChg chg="mod">
            <ac:chgData name="HIMANSHU SHARMA" userId="d4b128edbff74741" providerId="LiveId" clId="{CC0D573A-A669-404C-A223-C0737676C0C2}" dt="2025-06-12T14:56:31.373" v="548"/>
            <ac:spMkLst>
              <pc:docMk/>
              <pc:sldMasterMk cId="1305928506" sldId="2147483685"/>
              <pc:sldLayoutMk cId="2911559714" sldId="2147483688"/>
              <ac:spMk id="3" creationId="{FAD10FE2-17CF-11AE-9F90-F22D804BCFC5}"/>
            </ac:spMkLst>
          </pc:spChg>
        </pc:sldLayoutChg>
        <pc:sldLayoutChg chg="modSp">
          <pc:chgData name="HIMANSHU SHARMA" userId="d4b128edbff74741" providerId="LiveId" clId="{CC0D573A-A669-404C-A223-C0737676C0C2}" dt="2025-06-12T14:56:31.373" v="548"/>
          <pc:sldLayoutMkLst>
            <pc:docMk/>
            <pc:sldMasterMk cId="1305928506" sldId="2147483685"/>
            <pc:sldLayoutMk cId="1764618278" sldId="2147483689"/>
          </pc:sldLayoutMkLst>
          <pc:spChg chg="mod">
            <ac:chgData name="HIMANSHU SHARMA" userId="d4b128edbff74741" providerId="LiveId" clId="{CC0D573A-A669-404C-A223-C0737676C0C2}" dt="2025-06-12T14:56:31.373" v="548"/>
            <ac:spMkLst>
              <pc:docMk/>
              <pc:sldMasterMk cId="1305928506" sldId="2147483685"/>
              <pc:sldLayoutMk cId="1764618278" sldId="2147483689"/>
              <ac:spMk id="3" creationId="{26CCEA56-4754-131F-4042-3687E9CC2D85}"/>
            </ac:spMkLst>
          </pc:spChg>
          <pc:spChg chg="mod">
            <ac:chgData name="HIMANSHU SHARMA" userId="d4b128edbff74741" providerId="LiveId" clId="{CC0D573A-A669-404C-A223-C0737676C0C2}" dt="2025-06-12T14:56:31.373" v="548"/>
            <ac:spMkLst>
              <pc:docMk/>
              <pc:sldMasterMk cId="1305928506" sldId="2147483685"/>
              <pc:sldLayoutMk cId="1764618278" sldId="2147483689"/>
              <ac:spMk id="4" creationId="{EC8C0922-2A6A-DC7A-08EC-CB41240FC5BB}"/>
            </ac:spMkLst>
          </pc:spChg>
        </pc:sldLayoutChg>
        <pc:sldLayoutChg chg="modSp">
          <pc:chgData name="HIMANSHU SHARMA" userId="d4b128edbff74741" providerId="LiveId" clId="{CC0D573A-A669-404C-A223-C0737676C0C2}" dt="2025-06-12T14:56:31.373" v="548"/>
          <pc:sldLayoutMkLst>
            <pc:docMk/>
            <pc:sldMasterMk cId="1305928506" sldId="2147483685"/>
            <pc:sldLayoutMk cId="4011002930" sldId="2147483690"/>
          </pc:sldLayoutMkLst>
          <pc:spChg chg="mod">
            <ac:chgData name="HIMANSHU SHARMA" userId="d4b128edbff74741" providerId="LiveId" clId="{CC0D573A-A669-404C-A223-C0737676C0C2}" dt="2025-06-12T14:56:31.373" v="548"/>
            <ac:spMkLst>
              <pc:docMk/>
              <pc:sldMasterMk cId="1305928506" sldId="2147483685"/>
              <pc:sldLayoutMk cId="4011002930" sldId="2147483690"/>
              <ac:spMk id="2" creationId="{F350328E-3793-2202-ACF8-3A82138A1EAE}"/>
            </ac:spMkLst>
          </pc:spChg>
          <pc:spChg chg="mod">
            <ac:chgData name="HIMANSHU SHARMA" userId="d4b128edbff74741" providerId="LiveId" clId="{CC0D573A-A669-404C-A223-C0737676C0C2}" dt="2025-06-12T14:56:31.373" v="548"/>
            <ac:spMkLst>
              <pc:docMk/>
              <pc:sldMasterMk cId="1305928506" sldId="2147483685"/>
              <pc:sldLayoutMk cId="4011002930" sldId="2147483690"/>
              <ac:spMk id="3" creationId="{64B9E17B-D9A0-FB8D-811C-627D2B6E9106}"/>
            </ac:spMkLst>
          </pc:spChg>
          <pc:spChg chg="mod">
            <ac:chgData name="HIMANSHU SHARMA" userId="d4b128edbff74741" providerId="LiveId" clId="{CC0D573A-A669-404C-A223-C0737676C0C2}" dt="2025-06-12T14:56:31.373" v="548"/>
            <ac:spMkLst>
              <pc:docMk/>
              <pc:sldMasterMk cId="1305928506" sldId="2147483685"/>
              <pc:sldLayoutMk cId="4011002930" sldId="2147483690"/>
              <ac:spMk id="4" creationId="{5C5C0420-5D45-06C4-93BA-494CCFBA2291}"/>
            </ac:spMkLst>
          </pc:spChg>
          <pc:spChg chg="mod">
            <ac:chgData name="HIMANSHU SHARMA" userId="d4b128edbff74741" providerId="LiveId" clId="{CC0D573A-A669-404C-A223-C0737676C0C2}" dt="2025-06-12T14:56:31.373" v="548"/>
            <ac:spMkLst>
              <pc:docMk/>
              <pc:sldMasterMk cId="1305928506" sldId="2147483685"/>
              <pc:sldLayoutMk cId="4011002930" sldId="2147483690"/>
              <ac:spMk id="5" creationId="{17B3B6FC-7E9F-4CD5-7DFD-F746BF452592}"/>
            </ac:spMkLst>
          </pc:spChg>
          <pc:spChg chg="mod">
            <ac:chgData name="HIMANSHU SHARMA" userId="d4b128edbff74741" providerId="LiveId" clId="{CC0D573A-A669-404C-A223-C0737676C0C2}" dt="2025-06-12T14:56:31.373" v="548"/>
            <ac:spMkLst>
              <pc:docMk/>
              <pc:sldMasterMk cId="1305928506" sldId="2147483685"/>
              <pc:sldLayoutMk cId="4011002930" sldId="2147483690"/>
              <ac:spMk id="6" creationId="{23361812-EB82-DA4E-FB5A-EC6AD8B21371}"/>
            </ac:spMkLst>
          </pc:spChg>
        </pc:sldLayoutChg>
        <pc:sldLayoutChg chg="modSp">
          <pc:chgData name="HIMANSHU SHARMA" userId="d4b128edbff74741" providerId="LiveId" clId="{CC0D573A-A669-404C-A223-C0737676C0C2}" dt="2025-06-12T14:56:31.373" v="548"/>
          <pc:sldLayoutMkLst>
            <pc:docMk/>
            <pc:sldMasterMk cId="1305928506" sldId="2147483685"/>
            <pc:sldLayoutMk cId="435806701" sldId="2147483693"/>
          </pc:sldLayoutMkLst>
          <pc:spChg chg="mod">
            <ac:chgData name="HIMANSHU SHARMA" userId="d4b128edbff74741" providerId="LiveId" clId="{CC0D573A-A669-404C-A223-C0737676C0C2}" dt="2025-06-12T14:56:31.373" v="548"/>
            <ac:spMkLst>
              <pc:docMk/>
              <pc:sldMasterMk cId="1305928506" sldId="2147483685"/>
              <pc:sldLayoutMk cId="435806701" sldId="2147483693"/>
              <ac:spMk id="2" creationId="{4CF12BDE-82BF-9291-F616-F57C842F1B50}"/>
            </ac:spMkLst>
          </pc:spChg>
          <pc:spChg chg="mod">
            <ac:chgData name="HIMANSHU SHARMA" userId="d4b128edbff74741" providerId="LiveId" clId="{CC0D573A-A669-404C-A223-C0737676C0C2}" dt="2025-06-12T14:56:31.373" v="548"/>
            <ac:spMkLst>
              <pc:docMk/>
              <pc:sldMasterMk cId="1305928506" sldId="2147483685"/>
              <pc:sldLayoutMk cId="435806701" sldId="2147483693"/>
              <ac:spMk id="3" creationId="{EEE963C8-7C77-C0DC-07FF-F39DA6795C1B}"/>
            </ac:spMkLst>
          </pc:spChg>
          <pc:spChg chg="mod">
            <ac:chgData name="HIMANSHU SHARMA" userId="d4b128edbff74741" providerId="LiveId" clId="{CC0D573A-A669-404C-A223-C0737676C0C2}" dt="2025-06-12T14:56:31.373" v="548"/>
            <ac:spMkLst>
              <pc:docMk/>
              <pc:sldMasterMk cId="1305928506" sldId="2147483685"/>
              <pc:sldLayoutMk cId="435806701" sldId="2147483693"/>
              <ac:spMk id="4" creationId="{BCD672D4-9B0E-6219-4D04-D76D2D686FAD}"/>
            </ac:spMkLst>
          </pc:spChg>
        </pc:sldLayoutChg>
        <pc:sldLayoutChg chg="modSp">
          <pc:chgData name="HIMANSHU SHARMA" userId="d4b128edbff74741" providerId="LiveId" clId="{CC0D573A-A669-404C-A223-C0737676C0C2}" dt="2025-06-12T14:56:31.373" v="548"/>
          <pc:sldLayoutMkLst>
            <pc:docMk/>
            <pc:sldMasterMk cId="1305928506" sldId="2147483685"/>
            <pc:sldLayoutMk cId="249593626" sldId="2147483694"/>
          </pc:sldLayoutMkLst>
          <pc:spChg chg="mod">
            <ac:chgData name="HIMANSHU SHARMA" userId="d4b128edbff74741" providerId="LiveId" clId="{CC0D573A-A669-404C-A223-C0737676C0C2}" dt="2025-06-12T14:56:31.373" v="548"/>
            <ac:spMkLst>
              <pc:docMk/>
              <pc:sldMasterMk cId="1305928506" sldId="2147483685"/>
              <pc:sldLayoutMk cId="249593626" sldId="2147483694"/>
              <ac:spMk id="2" creationId="{903693A6-CF18-9A49-4B9C-1BEFC2DEBFF7}"/>
            </ac:spMkLst>
          </pc:spChg>
          <pc:spChg chg="mod">
            <ac:chgData name="HIMANSHU SHARMA" userId="d4b128edbff74741" providerId="LiveId" clId="{CC0D573A-A669-404C-A223-C0737676C0C2}" dt="2025-06-12T14:56:31.373" v="548"/>
            <ac:spMkLst>
              <pc:docMk/>
              <pc:sldMasterMk cId="1305928506" sldId="2147483685"/>
              <pc:sldLayoutMk cId="249593626" sldId="2147483694"/>
              <ac:spMk id="3" creationId="{93C4BFE5-4DC3-D696-FBDF-E8811FE4E42C}"/>
            </ac:spMkLst>
          </pc:spChg>
          <pc:spChg chg="mod">
            <ac:chgData name="HIMANSHU SHARMA" userId="d4b128edbff74741" providerId="LiveId" clId="{CC0D573A-A669-404C-A223-C0737676C0C2}" dt="2025-06-12T14:56:31.373" v="548"/>
            <ac:spMkLst>
              <pc:docMk/>
              <pc:sldMasterMk cId="1305928506" sldId="2147483685"/>
              <pc:sldLayoutMk cId="249593626" sldId="2147483694"/>
              <ac:spMk id="4" creationId="{62EF1170-689F-AADA-53FE-7A310C59A814}"/>
            </ac:spMkLst>
          </pc:spChg>
        </pc:sldLayoutChg>
        <pc:sldLayoutChg chg="modSp">
          <pc:chgData name="HIMANSHU SHARMA" userId="d4b128edbff74741" providerId="LiveId" clId="{CC0D573A-A669-404C-A223-C0737676C0C2}" dt="2025-06-12T14:56:31.373" v="548"/>
          <pc:sldLayoutMkLst>
            <pc:docMk/>
            <pc:sldMasterMk cId="1305928506" sldId="2147483685"/>
            <pc:sldLayoutMk cId="3139167090" sldId="2147483696"/>
          </pc:sldLayoutMkLst>
          <pc:spChg chg="mod">
            <ac:chgData name="HIMANSHU SHARMA" userId="d4b128edbff74741" providerId="LiveId" clId="{CC0D573A-A669-404C-A223-C0737676C0C2}" dt="2025-06-12T14:56:31.373" v="548"/>
            <ac:spMkLst>
              <pc:docMk/>
              <pc:sldMasterMk cId="1305928506" sldId="2147483685"/>
              <pc:sldLayoutMk cId="3139167090" sldId="2147483696"/>
              <ac:spMk id="2" creationId="{7D3B2515-3329-EC17-BA25-DC8B4CD347AA}"/>
            </ac:spMkLst>
          </pc:spChg>
          <pc:spChg chg="mod">
            <ac:chgData name="HIMANSHU SHARMA" userId="d4b128edbff74741" providerId="LiveId" clId="{CC0D573A-A669-404C-A223-C0737676C0C2}" dt="2025-06-12T14:56:31.373" v="548"/>
            <ac:spMkLst>
              <pc:docMk/>
              <pc:sldMasterMk cId="1305928506" sldId="2147483685"/>
              <pc:sldLayoutMk cId="3139167090" sldId="2147483696"/>
              <ac:spMk id="3" creationId="{09E5DCC9-ADAB-CFD8-AE15-79002B044F69}"/>
            </ac:spMkLst>
          </pc:spChg>
        </pc:sldLayoutChg>
      </pc:sldMasterChg>
      <pc:sldMasterChg chg="modSp modSldLayout">
        <pc:chgData name="HIMANSHU SHARMA" userId="d4b128edbff74741" providerId="LiveId" clId="{CC0D573A-A669-404C-A223-C0737676C0C2}" dt="2025-06-12T14:56:35.963" v="549"/>
        <pc:sldMasterMkLst>
          <pc:docMk/>
          <pc:sldMasterMk cId="1608840994" sldId="2147483697"/>
        </pc:sldMasterMkLst>
        <pc:spChg chg="mod">
          <ac:chgData name="HIMANSHU SHARMA" userId="d4b128edbff74741" providerId="LiveId" clId="{CC0D573A-A669-404C-A223-C0737676C0C2}" dt="2025-06-12T14:56:35.963" v="549"/>
          <ac:spMkLst>
            <pc:docMk/>
            <pc:sldMasterMk cId="1608840994" sldId="2147483697"/>
            <ac:spMk id="2" creationId="{00000000-0000-0000-0000-000000000000}"/>
          </ac:spMkLst>
        </pc:spChg>
        <pc:spChg chg="mod">
          <ac:chgData name="HIMANSHU SHARMA" userId="d4b128edbff74741" providerId="LiveId" clId="{CC0D573A-A669-404C-A223-C0737676C0C2}" dt="2025-06-12T14:56:35.963" v="549"/>
          <ac:spMkLst>
            <pc:docMk/>
            <pc:sldMasterMk cId="1608840994" sldId="2147483697"/>
            <ac:spMk id="3" creationId="{00000000-0000-0000-0000-000000000000}"/>
          </ac:spMkLst>
        </pc:spChg>
        <pc:spChg chg="mod">
          <ac:chgData name="HIMANSHU SHARMA" userId="d4b128edbff74741" providerId="LiveId" clId="{CC0D573A-A669-404C-A223-C0737676C0C2}" dt="2025-06-12T14:56:35.963" v="549"/>
          <ac:spMkLst>
            <pc:docMk/>
            <pc:sldMasterMk cId="1608840994" sldId="2147483697"/>
            <ac:spMk id="4" creationId="{00000000-0000-0000-0000-000000000000}"/>
          </ac:spMkLst>
        </pc:spChg>
        <pc:spChg chg="mod">
          <ac:chgData name="HIMANSHU SHARMA" userId="d4b128edbff74741" providerId="LiveId" clId="{CC0D573A-A669-404C-A223-C0737676C0C2}" dt="2025-06-12T14:56:35.963" v="549"/>
          <ac:spMkLst>
            <pc:docMk/>
            <pc:sldMasterMk cId="1608840994" sldId="2147483697"/>
            <ac:spMk id="5" creationId="{00000000-0000-0000-0000-000000000000}"/>
          </ac:spMkLst>
        </pc:spChg>
        <pc:spChg chg="mod">
          <ac:chgData name="HIMANSHU SHARMA" userId="d4b128edbff74741" providerId="LiveId" clId="{CC0D573A-A669-404C-A223-C0737676C0C2}" dt="2025-06-12T14:56:35.963" v="549"/>
          <ac:spMkLst>
            <pc:docMk/>
            <pc:sldMasterMk cId="1608840994" sldId="2147483697"/>
            <ac:spMk id="6" creationId="{00000000-0000-0000-0000-000000000000}"/>
          </ac:spMkLst>
        </pc:spChg>
        <pc:sldLayoutChg chg="modSp">
          <pc:chgData name="HIMANSHU SHARMA" userId="d4b128edbff74741" providerId="LiveId" clId="{CC0D573A-A669-404C-A223-C0737676C0C2}" dt="2025-06-12T14:56:35.963" v="549"/>
          <pc:sldLayoutMkLst>
            <pc:docMk/>
            <pc:sldMasterMk cId="1608840994" sldId="2147483697"/>
            <pc:sldLayoutMk cId="3487004090" sldId="2147483698"/>
          </pc:sldLayoutMkLst>
          <pc:spChg chg="mod">
            <ac:chgData name="HIMANSHU SHARMA" userId="d4b128edbff74741" providerId="LiveId" clId="{CC0D573A-A669-404C-A223-C0737676C0C2}" dt="2025-06-12T14:56:35.963" v="549"/>
            <ac:spMkLst>
              <pc:docMk/>
              <pc:sldMasterMk cId="1608840994" sldId="2147483697"/>
              <pc:sldLayoutMk cId="3487004090" sldId="2147483698"/>
              <ac:spMk id="2" creationId="{00000000-0000-0000-0000-000000000000}"/>
            </ac:spMkLst>
          </pc:spChg>
          <pc:spChg chg="mod">
            <ac:chgData name="HIMANSHU SHARMA" userId="d4b128edbff74741" providerId="LiveId" clId="{CC0D573A-A669-404C-A223-C0737676C0C2}" dt="2025-06-12T14:56:35.963" v="549"/>
            <ac:spMkLst>
              <pc:docMk/>
              <pc:sldMasterMk cId="1608840994" sldId="2147483697"/>
              <pc:sldLayoutMk cId="3487004090" sldId="2147483698"/>
              <ac:spMk id="3" creationId="{00000000-0000-0000-0000-000000000000}"/>
            </ac:spMkLst>
          </pc:spChg>
        </pc:sldLayoutChg>
        <pc:sldLayoutChg chg="modSp">
          <pc:chgData name="HIMANSHU SHARMA" userId="d4b128edbff74741" providerId="LiveId" clId="{CC0D573A-A669-404C-A223-C0737676C0C2}" dt="2025-06-12T14:56:35.963" v="549"/>
          <pc:sldLayoutMkLst>
            <pc:docMk/>
            <pc:sldMasterMk cId="1608840994" sldId="2147483697"/>
            <pc:sldLayoutMk cId="3273301237" sldId="2147483700"/>
          </pc:sldLayoutMkLst>
          <pc:spChg chg="mod">
            <ac:chgData name="HIMANSHU SHARMA" userId="d4b128edbff74741" providerId="LiveId" clId="{CC0D573A-A669-404C-A223-C0737676C0C2}" dt="2025-06-12T14:56:35.963" v="549"/>
            <ac:spMkLst>
              <pc:docMk/>
              <pc:sldMasterMk cId="1608840994" sldId="2147483697"/>
              <pc:sldLayoutMk cId="3273301237" sldId="2147483700"/>
              <ac:spMk id="2" creationId="{00000000-0000-0000-0000-000000000000}"/>
            </ac:spMkLst>
          </pc:spChg>
          <pc:spChg chg="mod">
            <ac:chgData name="HIMANSHU SHARMA" userId="d4b128edbff74741" providerId="LiveId" clId="{CC0D573A-A669-404C-A223-C0737676C0C2}" dt="2025-06-12T14:56:35.963" v="549"/>
            <ac:spMkLst>
              <pc:docMk/>
              <pc:sldMasterMk cId="1608840994" sldId="2147483697"/>
              <pc:sldLayoutMk cId="3273301237" sldId="2147483700"/>
              <ac:spMk id="3" creationId="{00000000-0000-0000-0000-000000000000}"/>
            </ac:spMkLst>
          </pc:spChg>
        </pc:sldLayoutChg>
        <pc:sldLayoutChg chg="modSp">
          <pc:chgData name="HIMANSHU SHARMA" userId="d4b128edbff74741" providerId="LiveId" clId="{CC0D573A-A669-404C-A223-C0737676C0C2}" dt="2025-06-12T14:56:35.963" v="549"/>
          <pc:sldLayoutMkLst>
            <pc:docMk/>
            <pc:sldMasterMk cId="1608840994" sldId="2147483697"/>
            <pc:sldLayoutMk cId="453174693" sldId="2147483701"/>
          </pc:sldLayoutMkLst>
          <pc:spChg chg="mod">
            <ac:chgData name="HIMANSHU SHARMA" userId="d4b128edbff74741" providerId="LiveId" clId="{CC0D573A-A669-404C-A223-C0737676C0C2}" dt="2025-06-12T14:56:35.963" v="549"/>
            <ac:spMkLst>
              <pc:docMk/>
              <pc:sldMasterMk cId="1608840994" sldId="2147483697"/>
              <pc:sldLayoutMk cId="453174693" sldId="2147483701"/>
              <ac:spMk id="3" creationId="{00000000-0000-0000-0000-000000000000}"/>
            </ac:spMkLst>
          </pc:spChg>
          <pc:spChg chg="mod">
            <ac:chgData name="HIMANSHU SHARMA" userId="d4b128edbff74741" providerId="LiveId" clId="{CC0D573A-A669-404C-A223-C0737676C0C2}" dt="2025-06-12T14:56:35.963" v="549"/>
            <ac:spMkLst>
              <pc:docMk/>
              <pc:sldMasterMk cId="1608840994" sldId="2147483697"/>
              <pc:sldLayoutMk cId="453174693" sldId="2147483701"/>
              <ac:spMk id="4" creationId="{00000000-0000-0000-0000-000000000000}"/>
            </ac:spMkLst>
          </pc:spChg>
        </pc:sldLayoutChg>
        <pc:sldLayoutChg chg="modSp">
          <pc:chgData name="HIMANSHU SHARMA" userId="d4b128edbff74741" providerId="LiveId" clId="{CC0D573A-A669-404C-A223-C0737676C0C2}" dt="2025-06-12T14:56:35.963" v="549"/>
          <pc:sldLayoutMkLst>
            <pc:docMk/>
            <pc:sldMasterMk cId="1608840994" sldId="2147483697"/>
            <pc:sldLayoutMk cId="1599273291" sldId="2147483702"/>
          </pc:sldLayoutMkLst>
          <pc:spChg chg="mod">
            <ac:chgData name="HIMANSHU SHARMA" userId="d4b128edbff74741" providerId="LiveId" clId="{CC0D573A-A669-404C-A223-C0737676C0C2}" dt="2025-06-12T14:56:35.963" v="549"/>
            <ac:spMkLst>
              <pc:docMk/>
              <pc:sldMasterMk cId="1608840994" sldId="2147483697"/>
              <pc:sldLayoutMk cId="1599273291" sldId="2147483702"/>
              <ac:spMk id="2" creationId="{00000000-0000-0000-0000-000000000000}"/>
            </ac:spMkLst>
          </pc:spChg>
          <pc:spChg chg="mod">
            <ac:chgData name="HIMANSHU SHARMA" userId="d4b128edbff74741" providerId="LiveId" clId="{CC0D573A-A669-404C-A223-C0737676C0C2}" dt="2025-06-12T14:56:35.963" v="549"/>
            <ac:spMkLst>
              <pc:docMk/>
              <pc:sldMasterMk cId="1608840994" sldId="2147483697"/>
              <pc:sldLayoutMk cId="1599273291" sldId="2147483702"/>
              <ac:spMk id="3" creationId="{00000000-0000-0000-0000-000000000000}"/>
            </ac:spMkLst>
          </pc:spChg>
          <pc:spChg chg="mod">
            <ac:chgData name="HIMANSHU SHARMA" userId="d4b128edbff74741" providerId="LiveId" clId="{CC0D573A-A669-404C-A223-C0737676C0C2}" dt="2025-06-12T14:56:35.963" v="549"/>
            <ac:spMkLst>
              <pc:docMk/>
              <pc:sldMasterMk cId="1608840994" sldId="2147483697"/>
              <pc:sldLayoutMk cId="1599273291" sldId="2147483702"/>
              <ac:spMk id="4" creationId="{00000000-0000-0000-0000-000000000000}"/>
            </ac:spMkLst>
          </pc:spChg>
          <pc:spChg chg="mod">
            <ac:chgData name="HIMANSHU SHARMA" userId="d4b128edbff74741" providerId="LiveId" clId="{CC0D573A-A669-404C-A223-C0737676C0C2}" dt="2025-06-12T14:56:35.963" v="549"/>
            <ac:spMkLst>
              <pc:docMk/>
              <pc:sldMasterMk cId="1608840994" sldId="2147483697"/>
              <pc:sldLayoutMk cId="1599273291" sldId="2147483702"/>
              <ac:spMk id="5" creationId="{00000000-0000-0000-0000-000000000000}"/>
            </ac:spMkLst>
          </pc:spChg>
          <pc:spChg chg="mod">
            <ac:chgData name="HIMANSHU SHARMA" userId="d4b128edbff74741" providerId="LiveId" clId="{CC0D573A-A669-404C-A223-C0737676C0C2}" dt="2025-06-12T14:56:35.963" v="549"/>
            <ac:spMkLst>
              <pc:docMk/>
              <pc:sldMasterMk cId="1608840994" sldId="2147483697"/>
              <pc:sldLayoutMk cId="1599273291" sldId="2147483702"/>
              <ac:spMk id="6" creationId="{00000000-0000-0000-0000-000000000000}"/>
            </ac:spMkLst>
          </pc:spChg>
        </pc:sldLayoutChg>
        <pc:sldLayoutChg chg="modSp">
          <pc:chgData name="HIMANSHU SHARMA" userId="d4b128edbff74741" providerId="LiveId" clId="{CC0D573A-A669-404C-A223-C0737676C0C2}" dt="2025-06-12T14:56:35.963" v="549"/>
          <pc:sldLayoutMkLst>
            <pc:docMk/>
            <pc:sldMasterMk cId="1608840994" sldId="2147483697"/>
            <pc:sldLayoutMk cId="2561027772" sldId="2147483705"/>
          </pc:sldLayoutMkLst>
          <pc:spChg chg="mod">
            <ac:chgData name="HIMANSHU SHARMA" userId="d4b128edbff74741" providerId="LiveId" clId="{CC0D573A-A669-404C-A223-C0737676C0C2}" dt="2025-06-12T14:56:35.963" v="549"/>
            <ac:spMkLst>
              <pc:docMk/>
              <pc:sldMasterMk cId="1608840994" sldId="2147483697"/>
              <pc:sldLayoutMk cId="2561027772" sldId="2147483705"/>
              <ac:spMk id="2" creationId="{00000000-0000-0000-0000-000000000000}"/>
            </ac:spMkLst>
          </pc:spChg>
          <pc:spChg chg="mod">
            <ac:chgData name="HIMANSHU SHARMA" userId="d4b128edbff74741" providerId="LiveId" clId="{CC0D573A-A669-404C-A223-C0737676C0C2}" dt="2025-06-12T14:56:35.963" v="549"/>
            <ac:spMkLst>
              <pc:docMk/>
              <pc:sldMasterMk cId="1608840994" sldId="2147483697"/>
              <pc:sldLayoutMk cId="2561027772" sldId="2147483705"/>
              <ac:spMk id="3" creationId="{00000000-0000-0000-0000-000000000000}"/>
            </ac:spMkLst>
          </pc:spChg>
          <pc:spChg chg="mod">
            <ac:chgData name="HIMANSHU SHARMA" userId="d4b128edbff74741" providerId="LiveId" clId="{CC0D573A-A669-404C-A223-C0737676C0C2}" dt="2025-06-12T14:56:35.963" v="549"/>
            <ac:spMkLst>
              <pc:docMk/>
              <pc:sldMasterMk cId="1608840994" sldId="2147483697"/>
              <pc:sldLayoutMk cId="2561027772" sldId="2147483705"/>
              <ac:spMk id="4" creationId="{00000000-0000-0000-0000-000000000000}"/>
            </ac:spMkLst>
          </pc:spChg>
        </pc:sldLayoutChg>
        <pc:sldLayoutChg chg="modSp">
          <pc:chgData name="HIMANSHU SHARMA" userId="d4b128edbff74741" providerId="LiveId" clId="{CC0D573A-A669-404C-A223-C0737676C0C2}" dt="2025-06-12T14:56:35.963" v="549"/>
          <pc:sldLayoutMkLst>
            <pc:docMk/>
            <pc:sldMasterMk cId="1608840994" sldId="2147483697"/>
            <pc:sldLayoutMk cId="2190302581" sldId="2147483706"/>
          </pc:sldLayoutMkLst>
          <pc:spChg chg="mod">
            <ac:chgData name="HIMANSHU SHARMA" userId="d4b128edbff74741" providerId="LiveId" clId="{CC0D573A-A669-404C-A223-C0737676C0C2}" dt="2025-06-12T14:56:35.963" v="549"/>
            <ac:spMkLst>
              <pc:docMk/>
              <pc:sldMasterMk cId="1608840994" sldId="2147483697"/>
              <pc:sldLayoutMk cId="2190302581" sldId="2147483706"/>
              <ac:spMk id="2" creationId="{00000000-0000-0000-0000-000000000000}"/>
            </ac:spMkLst>
          </pc:spChg>
          <pc:spChg chg="mod">
            <ac:chgData name="HIMANSHU SHARMA" userId="d4b128edbff74741" providerId="LiveId" clId="{CC0D573A-A669-404C-A223-C0737676C0C2}" dt="2025-06-12T14:56:35.963" v="549"/>
            <ac:spMkLst>
              <pc:docMk/>
              <pc:sldMasterMk cId="1608840994" sldId="2147483697"/>
              <pc:sldLayoutMk cId="2190302581" sldId="2147483706"/>
              <ac:spMk id="3" creationId="{00000000-0000-0000-0000-000000000000}"/>
            </ac:spMkLst>
          </pc:spChg>
          <pc:spChg chg="mod">
            <ac:chgData name="HIMANSHU SHARMA" userId="d4b128edbff74741" providerId="LiveId" clId="{CC0D573A-A669-404C-A223-C0737676C0C2}" dt="2025-06-12T14:56:35.963" v="549"/>
            <ac:spMkLst>
              <pc:docMk/>
              <pc:sldMasterMk cId="1608840994" sldId="2147483697"/>
              <pc:sldLayoutMk cId="2190302581" sldId="2147483706"/>
              <ac:spMk id="4" creationId="{00000000-0000-0000-0000-000000000000}"/>
            </ac:spMkLst>
          </pc:spChg>
        </pc:sldLayoutChg>
        <pc:sldLayoutChg chg="modSp">
          <pc:chgData name="HIMANSHU SHARMA" userId="d4b128edbff74741" providerId="LiveId" clId="{CC0D573A-A669-404C-A223-C0737676C0C2}" dt="2025-06-12T14:56:35.963" v="549"/>
          <pc:sldLayoutMkLst>
            <pc:docMk/>
            <pc:sldMasterMk cId="1608840994" sldId="2147483697"/>
            <pc:sldLayoutMk cId="4194554382" sldId="2147483708"/>
          </pc:sldLayoutMkLst>
          <pc:spChg chg="mod">
            <ac:chgData name="HIMANSHU SHARMA" userId="d4b128edbff74741" providerId="LiveId" clId="{CC0D573A-A669-404C-A223-C0737676C0C2}" dt="2025-06-12T14:56:35.963" v="549"/>
            <ac:spMkLst>
              <pc:docMk/>
              <pc:sldMasterMk cId="1608840994" sldId="2147483697"/>
              <pc:sldLayoutMk cId="4194554382" sldId="2147483708"/>
              <ac:spMk id="2" creationId="{00000000-0000-0000-0000-000000000000}"/>
            </ac:spMkLst>
          </pc:spChg>
          <pc:spChg chg="mod">
            <ac:chgData name="HIMANSHU SHARMA" userId="d4b128edbff74741" providerId="LiveId" clId="{CC0D573A-A669-404C-A223-C0737676C0C2}" dt="2025-06-12T14:56:35.963" v="549"/>
            <ac:spMkLst>
              <pc:docMk/>
              <pc:sldMasterMk cId="1608840994" sldId="2147483697"/>
              <pc:sldLayoutMk cId="4194554382" sldId="2147483708"/>
              <ac:spMk id="3" creationId="{00000000-0000-0000-0000-000000000000}"/>
            </ac:spMkLst>
          </pc:spChg>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334400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56976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77307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02762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15145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110011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13887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45084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73606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85285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164995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16FCC-C93B-6F68-5883-A7A9A0D5A7CD}"/>
              </a:ext>
            </a:extLst>
          </p:cNvPr>
          <p:cNvSpPr>
            <a:spLocks noGrp="1"/>
          </p:cNvSpPr>
          <p:nvPr>
            <p:ph type="title"/>
          </p:nvPr>
        </p:nvSpPr>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31C2E5B-FBAE-AF75-CCA5-947C133BD487}"/>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AE8C50-29F7-B62C-4632-CF262533AB5F}"/>
              </a:ext>
            </a:extLst>
          </p:cNvPr>
          <p:cNvSpPr>
            <a:spLocks noGrp="1"/>
          </p:cNvSpPr>
          <p:nvPr>
            <p:ph type="dt" sz="half" idx="10"/>
          </p:nvPr>
        </p:nvSpPr>
        <p:spPr/>
        <p:txBody>
          <a:bodyPr/>
          <a:lstStyle/>
          <a:p>
            <a:fld id="{1B6C1143-E74A-4B42-B781-0E1E30A66EC4}" type="datetimeFigureOut">
              <a:rPr lang="en-IN" smtClean="0"/>
              <a:t>13-06-2025</a:t>
            </a:fld>
            <a:endParaRPr lang="en-IN"/>
          </a:p>
        </p:txBody>
      </p:sp>
      <p:sp>
        <p:nvSpPr>
          <p:cNvPr id="5" name="Footer Placeholder 4">
            <a:extLst>
              <a:ext uri="{FF2B5EF4-FFF2-40B4-BE49-F238E27FC236}">
                <a16:creationId xmlns:a16="http://schemas.microsoft.com/office/drawing/2014/main" id="{A5C069CE-798C-093C-944B-3AE996E74D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7AD7B8-34C9-14B0-7AAD-EA5BD18DDB38}"/>
              </a:ext>
            </a:extLst>
          </p:cNvPr>
          <p:cNvSpPr>
            <a:spLocks noGrp="1"/>
          </p:cNvSpPr>
          <p:nvPr>
            <p:ph type="sldNum" sz="quarter" idx="12"/>
          </p:nvPr>
        </p:nvSpPr>
        <p:spPr/>
        <p:txBody>
          <a:bodyPr/>
          <a:lstStyle/>
          <a:p>
            <a:fld id="{4C81375A-CB76-4CBB-8EDE-F53DBAD9A391}" type="slidenum">
              <a:rPr lang="en-IN" smtClean="0"/>
              <a:t>‹#›</a:t>
            </a:fld>
            <a:endParaRPr lang="en-IN"/>
          </a:p>
        </p:txBody>
      </p:sp>
    </p:spTree>
    <p:extLst>
      <p:ext uri="{BB962C8B-B14F-4D97-AF65-F5344CB8AC3E}">
        <p14:creationId xmlns:p14="http://schemas.microsoft.com/office/powerpoint/2010/main" val="21053246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223AD23-FD99-4B54-A9D7-26CE96041FD1}" type="datetimeFigureOut">
              <a:rPr lang="en-IN" smtClean="0"/>
              <a:t>13-06-2025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72D688-7932-4A2A-AAF2-08CFA7F458F5}" type="slidenum">
              <a:rPr lang="en-IN" smtClean="0"/>
              <a:t>‹#›</a:t>
            </a:fld>
            <a:endParaRPr lang="en-IN"/>
          </a:p>
        </p:txBody>
      </p:sp>
    </p:spTree>
    <p:extLst>
      <p:ext uri="{BB962C8B-B14F-4D97-AF65-F5344CB8AC3E}">
        <p14:creationId xmlns:p14="http://schemas.microsoft.com/office/powerpoint/2010/main" val="34870040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23AD23-FD99-4B54-A9D7-26CE96041FD1}" type="datetimeFigureOut">
              <a:rPr lang="en-IN" smtClean="0"/>
              <a:t>13-06-2025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72D688-7932-4A2A-AAF2-08CFA7F458F5}" type="slidenum">
              <a:rPr lang="en-IN" smtClean="0"/>
              <a:t>‹#›</a:t>
            </a:fld>
            <a:endParaRPr lang="en-IN"/>
          </a:p>
        </p:txBody>
      </p:sp>
    </p:spTree>
    <p:extLst>
      <p:ext uri="{BB962C8B-B14F-4D97-AF65-F5344CB8AC3E}">
        <p14:creationId xmlns:p14="http://schemas.microsoft.com/office/powerpoint/2010/main" val="17490824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23AD23-FD99-4B54-A9D7-26CE96041FD1}" type="datetimeFigureOut">
              <a:rPr lang="en-IN" smtClean="0"/>
              <a:t>13-06-2025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72D688-7932-4A2A-AAF2-08CFA7F458F5}" type="slidenum">
              <a:rPr lang="en-IN" smtClean="0"/>
              <a:t>‹#›</a:t>
            </a:fld>
            <a:endParaRPr lang="en-IN"/>
          </a:p>
        </p:txBody>
      </p:sp>
    </p:spTree>
    <p:extLst>
      <p:ext uri="{BB962C8B-B14F-4D97-AF65-F5344CB8AC3E}">
        <p14:creationId xmlns:p14="http://schemas.microsoft.com/office/powerpoint/2010/main" val="32733012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223AD23-FD99-4B54-A9D7-26CE96041FD1}" type="datetimeFigureOut">
              <a:rPr lang="en-IN" smtClean="0"/>
              <a:t>13-06-2025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72D688-7932-4A2A-AAF2-08CFA7F458F5}" type="slidenum">
              <a:rPr lang="en-IN" smtClean="0"/>
              <a:t>‹#›</a:t>
            </a:fld>
            <a:endParaRPr lang="en-IN"/>
          </a:p>
        </p:txBody>
      </p:sp>
    </p:spTree>
    <p:extLst>
      <p:ext uri="{BB962C8B-B14F-4D97-AF65-F5344CB8AC3E}">
        <p14:creationId xmlns:p14="http://schemas.microsoft.com/office/powerpoint/2010/main" val="4531746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223AD23-FD99-4B54-A9D7-26CE96041FD1}" type="datetimeFigureOut">
              <a:rPr lang="en-IN" smtClean="0"/>
              <a:t>13-06-2025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972D688-7932-4A2A-AAF2-08CFA7F458F5}" type="slidenum">
              <a:rPr lang="en-IN" smtClean="0"/>
              <a:t>‹#›</a:t>
            </a:fld>
            <a:endParaRPr lang="en-IN"/>
          </a:p>
        </p:txBody>
      </p:sp>
    </p:spTree>
    <p:extLst>
      <p:ext uri="{BB962C8B-B14F-4D97-AF65-F5344CB8AC3E}">
        <p14:creationId xmlns:p14="http://schemas.microsoft.com/office/powerpoint/2010/main" val="15992732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223AD23-FD99-4B54-A9D7-26CE96041FD1}" type="datetimeFigureOut">
              <a:rPr lang="en-IN" smtClean="0"/>
              <a:t>13-06-2025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972D688-7932-4A2A-AAF2-08CFA7F458F5}" type="slidenum">
              <a:rPr lang="en-IN" smtClean="0"/>
              <a:t>‹#›</a:t>
            </a:fld>
            <a:endParaRPr lang="en-IN"/>
          </a:p>
        </p:txBody>
      </p:sp>
    </p:spTree>
    <p:extLst>
      <p:ext uri="{BB962C8B-B14F-4D97-AF65-F5344CB8AC3E}">
        <p14:creationId xmlns:p14="http://schemas.microsoft.com/office/powerpoint/2010/main" val="7020504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23AD23-FD99-4B54-A9D7-26CE96041FD1}" type="datetimeFigureOut">
              <a:rPr lang="en-IN" smtClean="0"/>
              <a:t>13-06-2025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972D688-7932-4A2A-AAF2-08CFA7F458F5}" type="slidenum">
              <a:rPr lang="en-IN" smtClean="0"/>
              <a:t>‹#›</a:t>
            </a:fld>
            <a:endParaRPr lang="en-IN"/>
          </a:p>
        </p:txBody>
      </p:sp>
    </p:spTree>
    <p:extLst>
      <p:ext uri="{BB962C8B-B14F-4D97-AF65-F5344CB8AC3E}">
        <p14:creationId xmlns:p14="http://schemas.microsoft.com/office/powerpoint/2010/main" val="11332667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223AD23-FD99-4B54-A9D7-26CE96041FD1}" type="datetimeFigureOut">
              <a:rPr lang="en-IN" smtClean="0"/>
              <a:t>13-06-2025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72D688-7932-4A2A-AAF2-08CFA7F458F5}" type="slidenum">
              <a:rPr lang="en-IN" smtClean="0"/>
              <a:t>‹#›</a:t>
            </a:fld>
            <a:endParaRPr lang="en-IN"/>
          </a:p>
        </p:txBody>
      </p:sp>
    </p:spTree>
    <p:extLst>
      <p:ext uri="{BB962C8B-B14F-4D97-AF65-F5344CB8AC3E}">
        <p14:creationId xmlns:p14="http://schemas.microsoft.com/office/powerpoint/2010/main" val="25610277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223AD23-FD99-4B54-A9D7-26CE96041FD1}" type="datetimeFigureOut">
              <a:rPr lang="en-IN" smtClean="0"/>
              <a:t>13-06-2025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72D688-7932-4A2A-AAF2-08CFA7F458F5}" type="slidenum">
              <a:rPr lang="en-IN" smtClean="0"/>
              <a:t>‹#›</a:t>
            </a:fld>
            <a:endParaRPr lang="en-IN"/>
          </a:p>
        </p:txBody>
      </p:sp>
    </p:spTree>
    <p:extLst>
      <p:ext uri="{BB962C8B-B14F-4D97-AF65-F5344CB8AC3E}">
        <p14:creationId xmlns:p14="http://schemas.microsoft.com/office/powerpoint/2010/main" val="21903025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23AD23-FD99-4B54-A9D7-26CE96041FD1}" type="datetimeFigureOut">
              <a:rPr lang="en-IN" smtClean="0"/>
              <a:t>13-06-2025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72D688-7932-4A2A-AAF2-08CFA7F458F5}" type="slidenum">
              <a:rPr lang="en-IN" smtClean="0"/>
              <a:t>‹#›</a:t>
            </a:fld>
            <a:endParaRPr lang="en-IN"/>
          </a:p>
        </p:txBody>
      </p:sp>
    </p:spTree>
    <p:extLst>
      <p:ext uri="{BB962C8B-B14F-4D97-AF65-F5344CB8AC3E}">
        <p14:creationId xmlns:p14="http://schemas.microsoft.com/office/powerpoint/2010/main" val="29723696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23AD23-FD99-4B54-A9D7-26CE96041FD1}" type="datetimeFigureOut">
              <a:rPr lang="en-IN" smtClean="0"/>
              <a:t>13-06-2025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72D688-7932-4A2A-AAF2-08CFA7F458F5}" type="slidenum">
              <a:rPr lang="en-IN" smtClean="0"/>
              <a:t>‹#›</a:t>
            </a:fld>
            <a:endParaRPr lang="en-IN"/>
          </a:p>
        </p:txBody>
      </p:sp>
    </p:spTree>
    <p:extLst>
      <p:ext uri="{BB962C8B-B14F-4D97-AF65-F5344CB8AC3E}">
        <p14:creationId xmlns:p14="http://schemas.microsoft.com/office/powerpoint/2010/main" val="4194554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6/13/2025</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079135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6/13/2025</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608840994"/>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3903032" y="2421463"/>
            <a:ext cx="4461669" cy="1529698"/>
          </a:xfrm>
          <a:prstGeom prst="rect">
            <a:avLst/>
          </a:prstGeom>
        </p:spPr>
        <p:txBody>
          <a:bodyPr vert="horz" wrap="square" lIns="0" tIns="7541" rIns="0" bIns="0" rtlCol="0">
            <a:spAutoFit/>
          </a:bodyPr>
          <a:lstStyle/>
          <a:p>
            <a:pPr marL="1274763" marR="1262459" algn="ctr">
              <a:lnSpc>
                <a:spcPct val="156100"/>
              </a:lnSpc>
              <a:spcBef>
                <a:spcPts val="59"/>
              </a:spcBef>
            </a:pPr>
            <a:r>
              <a:rPr sz="1594" b="1" dirty="0">
                <a:latin typeface="Arial"/>
                <a:cs typeface="Arial"/>
              </a:rPr>
              <a:t>MEGA</a:t>
            </a:r>
            <a:r>
              <a:rPr sz="1594" b="1" spc="-16" dirty="0">
                <a:latin typeface="Arial"/>
                <a:cs typeface="Arial"/>
              </a:rPr>
              <a:t> </a:t>
            </a:r>
            <a:r>
              <a:rPr sz="1594" b="1" dirty="0">
                <a:latin typeface="Arial"/>
                <a:cs typeface="Arial"/>
              </a:rPr>
              <a:t>PROJECT</a:t>
            </a:r>
            <a:r>
              <a:rPr sz="1594" b="1" spc="81" dirty="0">
                <a:latin typeface="Arial"/>
                <a:cs typeface="Arial"/>
              </a:rPr>
              <a:t> </a:t>
            </a:r>
            <a:r>
              <a:rPr sz="1594" b="1" spc="-31" dirty="0">
                <a:latin typeface="Arial"/>
                <a:cs typeface="Arial"/>
              </a:rPr>
              <a:t> </a:t>
            </a:r>
            <a:r>
              <a:rPr sz="1594" b="1" dirty="0">
                <a:latin typeface="Arial"/>
                <a:cs typeface="Arial"/>
              </a:rPr>
              <a:t>SEMINAR</a:t>
            </a:r>
            <a:r>
              <a:rPr sz="1594" b="1" spc="25" dirty="0">
                <a:latin typeface="Arial"/>
                <a:cs typeface="Arial"/>
              </a:rPr>
              <a:t> </a:t>
            </a:r>
            <a:r>
              <a:rPr sz="1594" b="1" dirty="0">
                <a:latin typeface="Arial"/>
                <a:cs typeface="Arial"/>
              </a:rPr>
              <a:t>ON</a:t>
            </a:r>
            <a:r>
              <a:rPr sz="1594" b="1" spc="-3" dirty="0">
                <a:latin typeface="Arial"/>
                <a:cs typeface="Arial"/>
              </a:rPr>
              <a:t> </a:t>
            </a:r>
            <a:r>
              <a:rPr sz="1594" b="1" spc="-31" dirty="0">
                <a:latin typeface="Arial"/>
                <a:cs typeface="Arial"/>
              </a:rPr>
              <a:t>:</a:t>
            </a:r>
            <a:endParaRPr sz="1594" dirty="0">
              <a:latin typeface="Arial"/>
              <a:cs typeface="Arial"/>
            </a:endParaRPr>
          </a:p>
          <a:p>
            <a:pPr algn="ctr">
              <a:spcBef>
                <a:spcPts val="1056"/>
              </a:spcBef>
            </a:pPr>
            <a:r>
              <a:rPr lang="en-US" sz="2000" b="1" dirty="0" err="1"/>
              <a:t>BookAR</a:t>
            </a:r>
            <a:r>
              <a:rPr lang="en-US" sz="2000" dirty="0"/>
              <a:t>: Augmented Reality Experience for Traditional Books</a:t>
            </a:r>
            <a:endParaRPr sz="2000" dirty="0">
              <a:latin typeface="Arial"/>
              <a:cs typeface="Arial"/>
            </a:endParaRPr>
          </a:p>
        </p:txBody>
      </p:sp>
      <p:pic>
        <p:nvPicPr>
          <p:cNvPr id="6" name="object 6"/>
          <p:cNvPicPr/>
          <p:nvPr/>
        </p:nvPicPr>
        <p:blipFill>
          <a:blip r:embed="rId2" cstate="print"/>
          <a:stretch>
            <a:fillRect/>
          </a:stretch>
        </p:blipFill>
        <p:spPr>
          <a:xfrm>
            <a:off x="5388077" y="1325298"/>
            <a:ext cx="1459532" cy="1096166"/>
          </a:xfrm>
          <a:prstGeom prst="rect">
            <a:avLst/>
          </a:prstGeom>
        </p:spPr>
      </p:pic>
      <p:sp>
        <p:nvSpPr>
          <p:cNvPr id="7" name="object 7"/>
          <p:cNvSpPr txBox="1">
            <a:spLocks noGrp="1"/>
          </p:cNvSpPr>
          <p:nvPr>
            <p:ph type="title"/>
          </p:nvPr>
        </p:nvSpPr>
        <p:spPr>
          <a:xfrm>
            <a:off x="2316920" y="457204"/>
            <a:ext cx="7633891" cy="285014"/>
          </a:xfrm>
          <a:prstGeom prst="rect">
            <a:avLst/>
          </a:prstGeom>
        </p:spPr>
        <p:txBody>
          <a:bodyPr vert="horz" wrap="square" lIns="0" tIns="7938" rIns="0" bIns="0" rtlCol="0" anchor="ctr">
            <a:spAutoFit/>
          </a:bodyPr>
          <a:lstStyle/>
          <a:p>
            <a:pPr marL="7938">
              <a:spcBef>
                <a:spcPts val="63"/>
              </a:spcBef>
            </a:pPr>
            <a:r>
              <a:rPr sz="2000" dirty="0">
                <a:solidFill>
                  <a:srgbClr val="000000"/>
                </a:solidFill>
                <a:latin typeface="Arial"/>
                <a:cs typeface="Arial"/>
              </a:rPr>
              <a:t>Rajiv</a:t>
            </a:r>
            <a:r>
              <a:rPr sz="2000" spc="-69" dirty="0">
                <a:solidFill>
                  <a:srgbClr val="000000"/>
                </a:solidFill>
                <a:latin typeface="Arial"/>
                <a:cs typeface="Arial"/>
              </a:rPr>
              <a:t> </a:t>
            </a:r>
            <a:r>
              <a:rPr sz="2000" dirty="0">
                <a:solidFill>
                  <a:srgbClr val="000000"/>
                </a:solidFill>
                <a:latin typeface="Arial"/>
                <a:cs typeface="Arial"/>
              </a:rPr>
              <a:t>Gandhi</a:t>
            </a:r>
            <a:r>
              <a:rPr sz="2000" spc="-78" dirty="0">
                <a:solidFill>
                  <a:srgbClr val="000000"/>
                </a:solidFill>
                <a:latin typeface="Arial"/>
                <a:cs typeface="Arial"/>
              </a:rPr>
              <a:t> </a:t>
            </a:r>
            <a:r>
              <a:rPr sz="2000" dirty="0">
                <a:solidFill>
                  <a:srgbClr val="000000"/>
                </a:solidFill>
                <a:latin typeface="Arial"/>
                <a:cs typeface="Arial"/>
              </a:rPr>
              <a:t>College</a:t>
            </a:r>
            <a:r>
              <a:rPr sz="2000" spc="-78" dirty="0">
                <a:solidFill>
                  <a:srgbClr val="000000"/>
                </a:solidFill>
                <a:latin typeface="Arial"/>
                <a:cs typeface="Arial"/>
              </a:rPr>
              <a:t> </a:t>
            </a:r>
            <a:r>
              <a:rPr sz="2000" dirty="0">
                <a:solidFill>
                  <a:srgbClr val="000000"/>
                </a:solidFill>
                <a:latin typeface="Arial"/>
                <a:cs typeface="Arial"/>
              </a:rPr>
              <a:t>of</a:t>
            </a:r>
            <a:r>
              <a:rPr sz="2000" spc="-44" dirty="0">
                <a:solidFill>
                  <a:srgbClr val="000000"/>
                </a:solidFill>
                <a:latin typeface="Arial"/>
                <a:cs typeface="Arial"/>
              </a:rPr>
              <a:t> </a:t>
            </a:r>
            <a:r>
              <a:rPr sz="2000" dirty="0">
                <a:solidFill>
                  <a:srgbClr val="000000"/>
                </a:solidFill>
                <a:latin typeface="Arial"/>
                <a:cs typeface="Arial"/>
              </a:rPr>
              <a:t>Engineering,</a:t>
            </a:r>
            <a:r>
              <a:rPr sz="2000" spc="-75" dirty="0">
                <a:solidFill>
                  <a:srgbClr val="000000"/>
                </a:solidFill>
                <a:latin typeface="Arial"/>
                <a:cs typeface="Arial"/>
              </a:rPr>
              <a:t> </a:t>
            </a:r>
            <a:r>
              <a:rPr sz="2000" dirty="0">
                <a:solidFill>
                  <a:srgbClr val="000000"/>
                </a:solidFill>
                <a:latin typeface="Arial"/>
                <a:cs typeface="Arial"/>
              </a:rPr>
              <a:t>Research</a:t>
            </a:r>
            <a:r>
              <a:rPr sz="2000" spc="-75" dirty="0">
                <a:solidFill>
                  <a:srgbClr val="000000"/>
                </a:solidFill>
                <a:latin typeface="Arial"/>
                <a:cs typeface="Arial"/>
              </a:rPr>
              <a:t> </a:t>
            </a:r>
            <a:r>
              <a:rPr sz="2000" dirty="0">
                <a:solidFill>
                  <a:srgbClr val="000000"/>
                </a:solidFill>
                <a:latin typeface="Arial"/>
                <a:cs typeface="Arial"/>
              </a:rPr>
              <a:t>and</a:t>
            </a:r>
            <a:r>
              <a:rPr sz="2000" spc="-66" dirty="0">
                <a:solidFill>
                  <a:srgbClr val="000000"/>
                </a:solidFill>
                <a:latin typeface="Arial"/>
                <a:cs typeface="Arial"/>
              </a:rPr>
              <a:t> </a:t>
            </a:r>
            <a:r>
              <a:rPr sz="2000" spc="-6" dirty="0">
                <a:solidFill>
                  <a:srgbClr val="000000"/>
                </a:solidFill>
                <a:latin typeface="Arial"/>
                <a:cs typeface="Arial"/>
              </a:rPr>
              <a:t>Technology</a:t>
            </a:r>
            <a:endParaRPr sz="2000" dirty="0">
              <a:latin typeface="Arial"/>
              <a:cs typeface="Arial"/>
            </a:endParaRPr>
          </a:p>
        </p:txBody>
      </p:sp>
      <p:sp>
        <p:nvSpPr>
          <p:cNvPr id="8" name="object 8"/>
          <p:cNvSpPr txBox="1"/>
          <p:nvPr/>
        </p:nvSpPr>
        <p:spPr>
          <a:xfrm>
            <a:off x="3657124" y="925049"/>
            <a:ext cx="4839097" cy="253739"/>
          </a:xfrm>
          <a:prstGeom prst="rect">
            <a:avLst/>
          </a:prstGeom>
        </p:spPr>
        <p:txBody>
          <a:bodyPr vert="horz" wrap="square" lIns="0" tIns="8334" rIns="0" bIns="0" rtlCol="0">
            <a:spAutoFit/>
          </a:bodyPr>
          <a:lstStyle/>
          <a:p>
            <a:pPr marL="7938">
              <a:spcBef>
                <a:spcPts val="66"/>
              </a:spcBef>
            </a:pPr>
            <a:r>
              <a:rPr sz="1594" b="1" dirty="0">
                <a:latin typeface="Arial"/>
                <a:cs typeface="Arial"/>
              </a:rPr>
              <a:t>Department</a:t>
            </a:r>
            <a:r>
              <a:rPr sz="1594" b="1" spc="-47" dirty="0">
                <a:latin typeface="Arial"/>
                <a:cs typeface="Arial"/>
              </a:rPr>
              <a:t> </a:t>
            </a:r>
            <a:r>
              <a:rPr sz="1594" b="1" dirty="0">
                <a:latin typeface="Arial"/>
                <a:cs typeface="Arial"/>
              </a:rPr>
              <a:t>of</a:t>
            </a:r>
            <a:r>
              <a:rPr sz="1594" b="1" spc="-56" dirty="0">
                <a:latin typeface="Arial"/>
                <a:cs typeface="Arial"/>
              </a:rPr>
              <a:t> </a:t>
            </a:r>
            <a:r>
              <a:rPr sz="1594" b="1" dirty="0">
                <a:latin typeface="Arial"/>
                <a:cs typeface="Arial"/>
              </a:rPr>
              <a:t>Computer</a:t>
            </a:r>
            <a:r>
              <a:rPr sz="1594" b="1" spc="-34" dirty="0">
                <a:latin typeface="Arial"/>
                <a:cs typeface="Arial"/>
              </a:rPr>
              <a:t> </a:t>
            </a:r>
            <a:r>
              <a:rPr sz="1594" b="1" dirty="0">
                <a:latin typeface="Arial"/>
                <a:cs typeface="Arial"/>
              </a:rPr>
              <a:t>Science</a:t>
            </a:r>
            <a:r>
              <a:rPr sz="1594" b="1" spc="-38" dirty="0">
                <a:latin typeface="Arial"/>
                <a:cs typeface="Arial"/>
              </a:rPr>
              <a:t> </a:t>
            </a:r>
            <a:r>
              <a:rPr sz="1594" b="1" dirty="0">
                <a:latin typeface="Arial"/>
                <a:cs typeface="Arial"/>
              </a:rPr>
              <a:t>and</a:t>
            </a:r>
            <a:r>
              <a:rPr sz="1594" b="1" spc="-63" dirty="0">
                <a:latin typeface="Arial"/>
                <a:cs typeface="Arial"/>
              </a:rPr>
              <a:t> </a:t>
            </a:r>
            <a:r>
              <a:rPr sz="1594" b="1" spc="-6" dirty="0">
                <a:latin typeface="Arial"/>
                <a:cs typeface="Arial"/>
              </a:rPr>
              <a:t>Engineering</a:t>
            </a:r>
            <a:endParaRPr sz="1594" dirty="0">
              <a:latin typeface="Arial"/>
              <a:cs typeface="Arial"/>
            </a:endParaRPr>
          </a:p>
        </p:txBody>
      </p:sp>
      <p:sp>
        <p:nvSpPr>
          <p:cNvPr id="9" name="object 9"/>
          <p:cNvSpPr txBox="1"/>
          <p:nvPr/>
        </p:nvSpPr>
        <p:spPr>
          <a:xfrm>
            <a:off x="4672926" y="3951161"/>
            <a:ext cx="1699629" cy="1788824"/>
          </a:xfrm>
          <a:prstGeom prst="rect">
            <a:avLst/>
          </a:prstGeom>
        </p:spPr>
        <p:txBody>
          <a:bodyPr vert="horz" wrap="square" lIns="0" tIns="7938" rIns="0" bIns="0" rtlCol="0">
            <a:spAutoFit/>
          </a:bodyPr>
          <a:lstStyle/>
          <a:p>
            <a:pPr marL="7938" marR="3175">
              <a:lnSpc>
                <a:spcPct val="160400"/>
              </a:lnSpc>
              <a:spcBef>
                <a:spcPts val="63"/>
              </a:spcBef>
            </a:pPr>
            <a:r>
              <a:rPr sz="1188" b="1" dirty="0">
                <a:latin typeface="Arial"/>
                <a:cs typeface="Arial"/>
              </a:rPr>
              <a:t>Presented</a:t>
            </a:r>
            <a:r>
              <a:rPr sz="1188" b="1" spc="-81" dirty="0">
                <a:latin typeface="Arial"/>
                <a:cs typeface="Arial"/>
              </a:rPr>
              <a:t> </a:t>
            </a:r>
            <a:r>
              <a:rPr sz="1188" b="1" dirty="0">
                <a:latin typeface="Arial"/>
                <a:cs typeface="Arial"/>
              </a:rPr>
              <a:t>By</a:t>
            </a:r>
            <a:r>
              <a:rPr sz="1188" b="1" spc="-63" dirty="0">
                <a:latin typeface="Arial"/>
                <a:cs typeface="Arial"/>
              </a:rPr>
              <a:t> </a:t>
            </a:r>
            <a:r>
              <a:rPr sz="1188" b="1" spc="-31" dirty="0">
                <a:latin typeface="Arial"/>
                <a:cs typeface="Arial"/>
              </a:rPr>
              <a:t>:</a:t>
            </a:r>
            <a:endParaRPr lang="en-US" sz="1188" b="1" spc="-31" dirty="0">
              <a:latin typeface="Arial"/>
              <a:cs typeface="Arial"/>
            </a:endParaRPr>
          </a:p>
          <a:p>
            <a:pPr marL="7938" marR="3175">
              <a:lnSpc>
                <a:spcPct val="160400"/>
              </a:lnSpc>
              <a:spcBef>
                <a:spcPts val="63"/>
              </a:spcBef>
            </a:pPr>
            <a:r>
              <a:rPr lang="en-US" sz="1188" b="1" spc="-19" dirty="0">
                <a:latin typeface="Arial MT"/>
                <a:cs typeface="Arial"/>
              </a:rPr>
              <a:t>Gaurav </a:t>
            </a:r>
            <a:r>
              <a:rPr lang="en-US" sz="1188" b="1" spc="-19" dirty="0" err="1">
                <a:latin typeface="Arial MT"/>
                <a:cs typeface="Arial"/>
              </a:rPr>
              <a:t>Khadilkar</a:t>
            </a:r>
            <a:r>
              <a:rPr sz="1188" b="1" spc="-6" dirty="0">
                <a:latin typeface="Arial MT"/>
                <a:cs typeface="Arial MT"/>
              </a:rPr>
              <a:t> </a:t>
            </a:r>
            <a:endParaRPr lang="en-US" sz="1188" b="1" spc="-6" dirty="0">
              <a:latin typeface="Arial MT"/>
              <a:cs typeface="Arial MT"/>
            </a:endParaRPr>
          </a:p>
          <a:p>
            <a:pPr marL="7938" marR="3175">
              <a:lnSpc>
                <a:spcPct val="160400"/>
              </a:lnSpc>
              <a:spcBef>
                <a:spcPts val="63"/>
              </a:spcBef>
            </a:pPr>
            <a:r>
              <a:rPr lang="en-US" sz="1188" b="1" spc="-22" dirty="0">
                <a:latin typeface="Arial MT"/>
                <a:cs typeface="Arial MT"/>
              </a:rPr>
              <a:t>Pratik </a:t>
            </a:r>
            <a:r>
              <a:rPr lang="en-US" sz="1188" b="1" spc="-22" dirty="0" err="1">
                <a:latin typeface="Arial MT"/>
                <a:cs typeface="Arial MT"/>
              </a:rPr>
              <a:t>Khairwar</a:t>
            </a:r>
            <a:r>
              <a:rPr sz="1188" b="1" spc="-6" dirty="0">
                <a:latin typeface="Arial MT"/>
                <a:cs typeface="Arial MT"/>
              </a:rPr>
              <a:t> </a:t>
            </a:r>
            <a:endParaRPr lang="en-US" sz="1188" b="1" spc="-6" dirty="0">
              <a:latin typeface="Arial MT"/>
              <a:cs typeface="Arial MT"/>
            </a:endParaRPr>
          </a:p>
          <a:p>
            <a:pPr marL="7938" marR="3175">
              <a:lnSpc>
                <a:spcPct val="160400"/>
              </a:lnSpc>
              <a:spcBef>
                <a:spcPts val="63"/>
              </a:spcBef>
            </a:pPr>
            <a:r>
              <a:rPr lang="en-US" sz="1188" b="1" spc="-19" dirty="0">
                <a:latin typeface="Arial MT"/>
                <a:cs typeface="Arial MT"/>
              </a:rPr>
              <a:t>Chetankumar Meshram</a:t>
            </a:r>
            <a:endParaRPr lang="en-US" sz="1188" b="1" spc="-6" dirty="0">
              <a:latin typeface="Arial MT"/>
              <a:cs typeface="Arial MT"/>
            </a:endParaRPr>
          </a:p>
          <a:p>
            <a:pPr marL="7938" marR="3175">
              <a:lnSpc>
                <a:spcPct val="160400"/>
              </a:lnSpc>
              <a:spcBef>
                <a:spcPts val="63"/>
              </a:spcBef>
            </a:pPr>
            <a:r>
              <a:rPr lang="en-US" sz="1188" b="1" spc="-22" dirty="0">
                <a:latin typeface="Arial MT"/>
                <a:cs typeface="Arial MT"/>
              </a:rPr>
              <a:t>Himanshu Sharma</a:t>
            </a:r>
            <a:endParaRPr lang="en-US" sz="1188" b="1" spc="-16" dirty="0">
              <a:latin typeface="Arial MT"/>
              <a:cs typeface="Arial MT"/>
            </a:endParaRPr>
          </a:p>
          <a:p>
            <a:pPr marL="7938" marR="3175">
              <a:lnSpc>
                <a:spcPct val="160400"/>
              </a:lnSpc>
              <a:spcBef>
                <a:spcPts val="63"/>
              </a:spcBef>
            </a:pPr>
            <a:r>
              <a:rPr sz="1188" b="1" spc="-16" dirty="0">
                <a:latin typeface="Arial MT"/>
                <a:cs typeface="Arial MT"/>
              </a:rPr>
              <a:t> </a:t>
            </a:r>
            <a:r>
              <a:rPr lang="en-US" sz="1188" b="1" spc="-22" dirty="0">
                <a:latin typeface="Arial MT"/>
                <a:cs typeface="Arial MT"/>
              </a:rPr>
              <a:t>Kaivalya </a:t>
            </a:r>
            <a:r>
              <a:rPr lang="en-US" sz="1188" b="1" spc="-22" dirty="0" err="1">
                <a:latin typeface="Arial MT"/>
                <a:cs typeface="Arial MT"/>
              </a:rPr>
              <a:t>Tannirwa</a:t>
            </a:r>
            <a:r>
              <a:rPr lang="en-US" sz="1188" spc="-22" dirty="0" err="1">
                <a:latin typeface="Arial MT"/>
                <a:cs typeface="Arial MT"/>
              </a:rPr>
              <a:t>r</a:t>
            </a:r>
            <a:endParaRPr sz="1188" dirty="0">
              <a:latin typeface="Arial MT"/>
              <a:cs typeface="Arial MT"/>
            </a:endParaRPr>
          </a:p>
        </p:txBody>
      </p:sp>
      <p:sp>
        <p:nvSpPr>
          <p:cNvPr id="10" name="object 10"/>
          <p:cNvSpPr txBox="1"/>
          <p:nvPr/>
        </p:nvSpPr>
        <p:spPr>
          <a:xfrm>
            <a:off x="6447518" y="4267482"/>
            <a:ext cx="694928" cy="1431386"/>
          </a:xfrm>
          <a:prstGeom prst="rect">
            <a:avLst/>
          </a:prstGeom>
        </p:spPr>
        <p:txBody>
          <a:bodyPr vert="horz" wrap="square" lIns="0" tIns="7144" rIns="0" bIns="0" rtlCol="0">
            <a:spAutoFit/>
          </a:bodyPr>
          <a:lstStyle/>
          <a:p>
            <a:pPr marL="7938" marR="3175" indent="27384" algn="just">
              <a:lnSpc>
                <a:spcPct val="160300"/>
              </a:lnSpc>
              <a:spcBef>
                <a:spcPts val="56"/>
              </a:spcBef>
            </a:pPr>
            <a:r>
              <a:rPr sz="1188" b="1" spc="-22" dirty="0">
                <a:latin typeface="Arial MT"/>
                <a:cs typeface="Arial MT"/>
              </a:rPr>
              <a:t>CSE</a:t>
            </a:r>
            <a:r>
              <a:rPr lang="en-US" sz="1188" b="1" spc="-22" dirty="0">
                <a:latin typeface="Arial MT"/>
                <a:cs typeface="Arial MT"/>
              </a:rPr>
              <a:t>B702</a:t>
            </a:r>
            <a:r>
              <a:rPr sz="1188" b="1" spc="-22" dirty="0">
                <a:latin typeface="Arial MT"/>
                <a:cs typeface="Arial MT"/>
              </a:rPr>
              <a:t> </a:t>
            </a:r>
            <a:r>
              <a:rPr sz="1188" b="1" spc="-6" dirty="0">
                <a:latin typeface="Arial MT"/>
                <a:cs typeface="Arial MT"/>
              </a:rPr>
              <a:t>CSE</a:t>
            </a:r>
            <a:r>
              <a:rPr lang="en-US" sz="1188" b="1" spc="-6" dirty="0">
                <a:latin typeface="Arial MT"/>
                <a:cs typeface="Arial MT"/>
              </a:rPr>
              <a:t>B703</a:t>
            </a:r>
            <a:r>
              <a:rPr sz="1188" b="1" spc="-6" dirty="0">
                <a:latin typeface="Arial MT"/>
                <a:cs typeface="Arial MT"/>
              </a:rPr>
              <a:t> CSE</a:t>
            </a:r>
            <a:r>
              <a:rPr lang="en-US" sz="1188" b="1" spc="-6" dirty="0">
                <a:latin typeface="Arial MT"/>
                <a:cs typeface="Arial MT"/>
              </a:rPr>
              <a:t>B714</a:t>
            </a:r>
            <a:r>
              <a:rPr sz="1188" b="1" spc="-6" dirty="0">
                <a:latin typeface="Arial MT"/>
                <a:cs typeface="Arial MT"/>
              </a:rPr>
              <a:t> CSEB</a:t>
            </a:r>
            <a:r>
              <a:rPr lang="en-US" sz="1188" b="1" spc="-6" dirty="0">
                <a:latin typeface="Arial MT"/>
                <a:cs typeface="Arial MT"/>
              </a:rPr>
              <a:t>744</a:t>
            </a:r>
            <a:r>
              <a:rPr sz="1188" b="1" spc="-6" dirty="0">
                <a:latin typeface="Arial MT"/>
                <a:cs typeface="Arial MT"/>
              </a:rPr>
              <a:t> CSE</a:t>
            </a:r>
            <a:r>
              <a:rPr lang="en-US" sz="1188" b="1" spc="-6" dirty="0">
                <a:latin typeface="Arial MT"/>
                <a:cs typeface="Arial MT"/>
              </a:rPr>
              <a:t>A750</a:t>
            </a:r>
            <a:endParaRPr sz="1188" b="1" dirty="0">
              <a:latin typeface="Arial MT"/>
              <a:cs typeface="Arial MT"/>
            </a:endParaRPr>
          </a:p>
        </p:txBody>
      </p:sp>
      <p:sp>
        <p:nvSpPr>
          <p:cNvPr id="11" name="object 11"/>
          <p:cNvSpPr txBox="1"/>
          <p:nvPr/>
        </p:nvSpPr>
        <p:spPr>
          <a:xfrm>
            <a:off x="7531625" y="5932954"/>
            <a:ext cx="2861072" cy="190422"/>
          </a:xfrm>
          <a:prstGeom prst="rect">
            <a:avLst/>
          </a:prstGeom>
        </p:spPr>
        <p:txBody>
          <a:bodyPr vert="horz" wrap="square" lIns="0" tIns="7541" rIns="0" bIns="0" rtlCol="0">
            <a:spAutoFit/>
          </a:bodyPr>
          <a:lstStyle/>
          <a:p>
            <a:pPr marL="7938">
              <a:spcBef>
                <a:spcPts val="59"/>
              </a:spcBef>
            </a:pPr>
            <a:r>
              <a:rPr sz="1200" b="1" spc="-25" dirty="0">
                <a:latin typeface="Arial"/>
                <a:cs typeface="Arial"/>
              </a:rPr>
              <a:t>Project</a:t>
            </a:r>
            <a:r>
              <a:rPr sz="1200" b="1" spc="-47" dirty="0">
                <a:latin typeface="Arial"/>
                <a:cs typeface="Arial"/>
              </a:rPr>
              <a:t> </a:t>
            </a:r>
            <a:r>
              <a:rPr sz="1200" b="1" spc="-31" dirty="0">
                <a:latin typeface="Arial"/>
                <a:cs typeface="Arial"/>
              </a:rPr>
              <a:t>In-</a:t>
            </a:r>
            <a:r>
              <a:rPr sz="1200" b="1" spc="-25" dirty="0">
                <a:latin typeface="Arial"/>
                <a:cs typeface="Arial"/>
              </a:rPr>
              <a:t>charge</a:t>
            </a:r>
            <a:r>
              <a:rPr sz="1200" b="1" spc="-53" dirty="0">
                <a:latin typeface="Arial"/>
                <a:cs typeface="Arial"/>
              </a:rPr>
              <a:t> </a:t>
            </a:r>
            <a:r>
              <a:rPr sz="1200" b="1" dirty="0">
                <a:latin typeface="Arial"/>
                <a:cs typeface="Arial"/>
              </a:rPr>
              <a:t>:</a:t>
            </a:r>
            <a:r>
              <a:rPr lang="en-IN" sz="1200" b="1" spc="-28" dirty="0">
                <a:latin typeface="Arial MT"/>
                <a:cs typeface="Arial"/>
              </a:rPr>
              <a:t> </a:t>
            </a:r>
            <a:r>
              <a:rPr lang="en-IN" sz="1200" spc="-28" dirty="0" err="1">
                <a:latin typeface="Arial MT"/>
                <a:cs typeface="Arial"/>
              </a:rPr>
              <a:t>Dr.</a:t>
            </a:r>
            <a:r>
              <a:rPr lang="en-IN" sz="1200" spc="-28" dirty="0">
                <a:latin typeface="Arial MT"/>
                <a:cs typeface="Arial"/>
              </a:rPr>
              <a:t> Manisha </a:t>
            </a:r>
            <a:r>
              <a:rPr lang="en-IN" sz="1188" spc="-28" dirty="0" err="1">
                <a:latin typeface="Arial MT"/>
                <a:cs typeface="Arial"/>
              </a:rPr>
              <a:t>Pise</a:t>
            </a:r>
            <a:endParaRPr sz="1188" dirty="0">
              <a:latin typeface="Arial MT"/>
              <a:cs typeface="Arial MT"/>
            </a:endParaRPr>
          </a:p>
        </p:txBody>
      </p:sp>
      <p:sp>
        <p:nvSpPr>
          <p:cNvPr id="4" name="TextBox 3">
            <a:extLst>
              <a:ext uri="{FF2B5EF4-FFF2-40B4-BE49-F238E27FC236}">
                <a16:creationId xmlns:a16="http://schemas.microsoft.com/office/drawing/2014/main" id="{637D2693-6391-3A6B-0413-BD1B4F144847}"/>
              </a:ext>
            </a:extLst>
          </p:cNvPr>
          <p:cNvSpPr txBox="1"/>
          <p:nvPr/>
        </p:nvSpPr>
        <p:spPr>
          <a:xfrm>
            <a:off x="2316917" y="5858891"/>
            <a:ext cx="3071160" cy="307777"/>
          </a:xfrm>
          <a:prstGeom prst="rect">
            <a:avLst/>
          </a:prstGeom>
          <a:noFill/>
        </p:spPr>
        <p:txBody>
          <a:bodyPr wrap="square" rtlCol="0">
            <a:spAutoFit/>
          </a:bodyPr>
          <a:lstStyle/>
          <a:p>
            <a:r>
              <a:rPr lang="en-US" sz="1400" b="1" dirty="0"/>
              <a:t> Guided By </a:t>
            </a:r>
            <a:r>
              <a:rPr lang="en-US" sz="1400" dirty="0"/>
              <a:t>: </a:t>
            </a:r>
            <a:r>
              <a:rPr lang="en-IN" sz="1400" spc="-47" dirty="0" err="1">
                <a:latin typeface="Arial MT"/>
                <a:cs typeface="Arial MT"/>
              </a:rPr>
              <a:t>Dr.</a:t>
            </a:r>
            <a:r>
              <a:rPr lang="en-IN" sz="1400" spc="-53" dirty="0">
                <a:latin typeface="Arial MT"/>
                <a:cs typeface="Arial MT"/>
              </a:rPr>
              <a:t> </a:t>
            </a:r>
            <a:r>
              <a:rPr lang="en-IN" sz="1400" spc="-22" dirty="0">
                <a:latin typeface="Arial MT"/>
                <a:cs typeface="Arial MT"/>
              </a:rPr>
              <a:t>Nitin</a:t>
            </a:r>
            <a:r>
              <a:rPr lang="en-IN" sz="1400" spc="-47" dirty="0">
                <a:latin typeface="Arial MT"/>
                <a:cs typeface="Arial MT"/>
              </a:rPr>
              <a:t> </a:t>
            </a:r>
            <a:r>
              <a:rPr lang="en-IN" sz="1400" spc="-28" dirty="0" err="1">
                <a:latin typeface="Arial MT"/>
                <a:cs typeface="Arial MT"/>
              </a:rPr>
              <a:t>Janwe</a:t>
            </a:r>
            <a:r>
              <a:rPr lang="en-IN" sz="1400" spc="-41" dirty="0">
                <a:latin typeface="Arial MT"/>
                <a:cs typeface="Arial MT"/>
              </a:rPr>
              <a:t> </a:t>
            </a:r>
            <a:endParaRPr lang="en-IN" sz="1400" dirty="0"/>
          </a:p>
        </p:txBody>
      </p:sp>
      <p:sp>
        <p:nvSpPr>
          <p:cNvPr id="2" name="TextBox 1">
            <a:extLst>
              <a:ext uri="{FF2B5EF4-FFF2-40B4-BE49-F238E27FC236}">
                <a16:creationId xmlns:a16="http://schemas.microsoft.com/office/drawing/2014/main" id="{47F7B713-9802-7B28-2766-3F08A49BB36E}"/>
              </a:ext>
            </a:extLst>
          </p:cNvPr>
          <p:cNvSpPr txBox="1"/>
          <p:nvPr/>
        </p:nvSpPr>
        <p:spPr>
          <a:xfrm>
            <a:off x="4935797" y="6123376"/>
            <a:ext cx="2182761" cy="553998"/>
          </a:xfrm>
          <a:prstGeom prst="rect">
            <a:avLst/>
          </a:prstGeom>
          <a:noFill/>
        </p:spPr>
        <p:txBody>
          <a:bodyPr wrap="square" rtlCol="0">
            <a:spAutoFit/>
          </a:bodyPr>
          <a:lstStyle/>
          <a:p>
            <a:r>
              <a:rPr lang="en-US" sz="1600" dirty="0"/>
              <a:t>Dr</a:t>
            </a:r>
            <a:r>
              <a:rPr lang="en-IN" sz="1600" spc="-47" dirty="0">
                <a:latin typeface="Arial MT"/>
                <a:cs typeface="Arial MT"/>
              </a:rPr>
              <a:t>.</a:t>
            </a:r>
            <a:r>
              <a:rPr lang="en-IN" sz="1600" spc="-53" dirty="0">
                <a:latin typeface="Arial MT"/>
                <a:cs typeface="Arial MT"/>
              </a:rPr>
              <a:t> </a:t>
            </a:r>
            <a:r>
              <a:rPr lang="en-IN" sz="1400" spc="-22" dirty="0">
                <a:latin typeface="Arial MT"/>
                <a:cs typeface="Arial MT"/>
              </a:rPr>
              <a:t>Nitin</a:t>
            </a:r>
            <a:r>
              <a:rPr lang="en-IN" sz="1400" spc="-47" dirty="0">
                <a:latin typeface="Arial MT"/>
                <a:cs typeface="Arial MT"/>
              </a:rPr>
              <a:t> </a:t>
            </a:r>
            <a:r>
              <a:rPr lang="en-IN" sz="1400" spc="-28" dirty="0" err="1">
                <a:latin typeface="Arial MT"/>
                <a:cs typeface="Arial MT"/>
              </a:rPr>
              <a:t>Janwe</a:t>
            </a:r>
            <a:r>
              <a:rPr lang="en-IN" sz="1400" spc="-41" dirty="0">
                <a:latin typeface="Arial MT"/>
                <a:cs typeface="Arial MT"/>
              </a:rPr>
              <a:t> </a:t>
            </a:r>
            <a:endParaRPr lang="en-IN" sz="1400" spc="-16" dirty="0">
              <a:latin typeface="Arial MT"/>
              <a:cs typeface="Arial MT"/>
            </a:endParaRPr>
          </a:p>
          <a:p>
            <a:r>
              <a:rPr lang="en-IN" sz="1400" spc="-16" dirty="0">
                <a:latin typeface="Arial MT"/>
              </a:rPr>
              <a:t>HOD , CSE Dept.</a:t>
            </a:r>
            <a:endParaRPr lang="en-IN"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1F3301D-64C5-564D-37F7-5C9B201DFFF9}"/>
              </a:ext>
            </a:extLst>
          </p:cNvPr>
          <p:cNvSpPr txBox="1"/>
          <p:nvPr/>
        </p:nvSpPr>
        <p:spPr>
          <a:xfrm>
            <a:off x="675410" y="585019"/>
            <a:ext cx="9992592" cy="5416868"/>
          </a:xfrm>
          <a:prstGeom prst="rect">
            <a:avLst/>
          </a:prstGeom>
          <a:noFill/>
        </p:spPr>
        <p:txBody>
          <a:bodyPr wrap="square">
            <a:spAutoFit/>
          </a:bodyPr>
          <a:lstStyle/>
          <a:p>
            <a:pPr algn="ctr" defTabSz="457200">
              <a:defRPr sz="2000" b="1">
                <a:latin typeface="Times Roman"/>
                <a:ea typeface="Times Roman"/>
                <a:cs typeface="Times Roman"/>
                <a:sym typeface="Times Roman"/>
              </a:defRPr>
            </a:pPr>
            <a:r>
              <a:rPr lang="en-US" sz="2000" dirty="0"/>
              <a:t>Rajiv Gandhi College of Engineering, Research &amp; Technology, Chandrapur </a:t>
            </a:r>
          </a:p>
          <a:p>
            <a:pPr algn="ctr" defTabSz="457200">
              <a:defRPr sz="2000" b="1">
                <a:latin typeface="Times Roman"/>
                <a:ea typeface="Times Roman"/>
                <a:cs typeface="Times Roman"/>
                <a:sym typeface="Times Roman"/>
              </a:defRPr>
            </a:pPr>
            <a:r>
              <a:rPr lang="en-US" sz="2000" dirty="0"/>
              <a:t>Department of Computer Science &amp; Engineering</a:t>
            </a:r>
            <a:endParaRPr lang="en-US" sz="1900" dirty="0"/>
          </a:p>
          <a:p>
            <a:pPr algn="just" defTabSz="457200">
              <a:defRPr b="1">
                <a:latin typeface="Times Roman"/>
                <a:ea typeface="Times Roman"/>
                <a:cs typeface="Times Roman"/>
                <a:sym typeface="Times Roman"/>
              </a:defRPr>
            </a:pPr>
            <a:r>
              <a:rPr lang="en-US" dirty="0"/>
              <a:t>Institute Vision</a:t>
            </a:r>
          </a:p>
          <a:p>
            <a:pPr algn="just" defTabSz="457200">
              <a:defRPr>
                <a:latin typeface="Times Roman"/>
                <a:ea typeface="Times Roman"/>
                <a:cs typeface="Times Roman"/>
                <a:sym typeface="Times Roman"/>
              </a:defRPr>
            </a:pPr>
            <a:r>
              <a:rPr lang="en-US" dirty="0"/>
              <a:t> To be on forefront to impart quality education to address societal and industrial needs and imbibe career skills through perseverance and practice. </a:t>
            </a:r>
          </a:p>
          <a:p>
            <a:pPr algn="just" defTabSz="457200">
              <a:defRPr>
                <a:latin typeface="Times Roman"/>
                <a:ea typeface="Times Roman"/>
                <a:cs typeface="Times Roman"/>
                <a:sym typeface="Times Roman"/>
              </a:defRPr>
            </a:pPr>
            <a:r>
              <a:rPr lang="en-US" dirty="0"/>
              <a:t>Institute Mission </a:t>
            </a:r>
          </a:p>
          <a:p>
            <a:pPr algn="just" defTabSz="457200">
              <a:defRPr>
                <a:latin typeface="Times Roman"/>
                <a:ea typeface="Times Roman"/>
                <a:cs typeface="Times Roman"/>
                <a:sym typeface="Times Roman"/>
              </a:defRPr>
            </a:pPr>
            <a:r>
              <a:rPr lang="en-US" dirty="0"/>
              <a:t>M1. To adapt innovative student centric learning methods based on understanding and practice. </a:t>
            </a:r>
          </a:p>
          <a:p>
            <a:pPr algn="just" defTabSz="457200">
              <a:defRPr>
                <a:latin typeface="Times Roman"/>
                <a:ea typeface="Times Roman"/>
                <a:cs typeface="Times Roman"/>
                <a:sym typeface="Times Roman"/>
              </a:defRPr>
            </a:pPr>
            <a:r>
              <a:rPr lang="en-US" dirty="0"/>
              <a:t>M2.To enhance professional and entrepreneurial skills. </a:t>
            </a:r>
          </a:p>
          <a:p>
            <a:pPr algn="just" defTabSz="457200">
              <a:defRPr>
                <a:latin typeface="Times Roman"/>
                <a:ea typeface="Times Roman"/>
                <a:cs typeface="Times Roman"/>
                <a:sym typeface="Times Roman"/>
              </a:defRPr>
            </a:pPr>
            <a:r>
              <a:rPr lang="en-US" dirty="0"/>
              <a:t>M3.To motivate students to meet dynamic needs of the society with novelty and creativity. </a:t>
            </a:r>
          </a:p>
          <a:p>
            <a:pPr algn="just" defTabSz="457200">
              <a:defRPr>
                <a:latin typeface="Times Roman"/>
                <a:ea typeface="Times Roman"/>
                <a:cs typeface="Times Roman"/>
                <a:sym typeface="Times Roman"/>
              </a:defRPr>
            </a:pPr>
            <a:r>
              <a:rPr lang="en-US" dirty="0"/>
              <a:t>M4.To promote research and continuing education to keep the country ahead. </a:t>
            </a:r>
          </a:p>
          <a:p>
            <a:pPr algn="just" defTabSz="457200">
              <a:defRPr>
                <a:latin typeface="Times Roman"/>
                <a:ea typeface="Times Roman"/>
                <a:cs typeface="Times Roman"/>
                <a:sym typeface="Times Roman"/>
              </a:defRPr>
            </a:pPr>
            <a:r>
              <a:rPr lang="en-US" dirty="0"/>
              <a:t>M5.To promote the mindset to acquire local solutions to local problems (LS2LP). Department Vision To be a </a:t>
            </a:r>
            <a:r>
              <a:rPr lang="en-US" dirty="0" err="1"/>
              <a:t>centre</a:t>
            </a:r>
            <a:r>
              <a:rPr lang="en-US" dirty="0"/>
              <a:t> of excellence in Computer Science &amp; Engineering by imparting knowledge, professional skills and human values.</a:t>
            </a:r>
          </a:p>
          <a:p>
            <a:pPr algn="just" defTabSz="457200">
              <a:defRPr b="1">
                <a:latin typeface="Times Roman"/>
                <a:ea typeface="Times Roman"/>
                <a:cs typeface="Times Roman"/>
                <a:sym typeface="Times Roman"/>
              </a:defRPr>
            </a:pPr>
            <a:r>
              <a:rPr lang="en-US" dirty="0"/>
              <a:t> Department Mission </a:t>
            </a:r>
          </a:p>
          <a:p>
            <a:pPr algn="just" defTabSz="457200">
              <a:defRPr>
                <a:latin typeface="Times Roman"/>
                <a:ea typeface="Times Roman"/>
                <a:cs typeface="Times Roman"/>
                <a:sym typeface="Times Roman"/>
              </a:defRPr>
            </a:pPr>
            <a:r>
              <a:rPr lang="en-US" dirty="0"/>
              <a:t>M1. To create encouraging learning environment by adapting innovative student centric learning methods promoting quality education and research. </a:t>
            </a:r>
          </a:p>
          <a:p>
            <a:pPr algn="just" defTabSz="457200">
              <a:defRPr>
                <a:latin typeface="Times Roman"/>
                <a:ea typeface="Times Roman"/>
                <a:cs typeface="Times Roman"/>
                <a:sym typeface="Times Roman"/>
              </a:defRPr>
            </a:pPr>
            <a:r>
              <a:rPr lang="en-US" dirty="0"/>
              <a:t>M2. To make students competent professionals and entrepreneurs by imparting career skills and ethics. </a:t>
            </a:r>
          </a:p>
          <a:p>
            <a:pPr algn="just" defTabSz="457200">
              <a:defRPr>
                <a:latin typeface="Times Roman"/>
                <a:ea typeface="Times Roman"/>
                <a:cs typeface="Times Roman"/>
                <a:sym typeface="Times Roman"/>
              </a:defRPr>
            </a:pPr>
            <a:r>
              <a:rPr lang="en-US" dirty="0"/>
              <a:t>M3. To impart quality industry oriented education through industrial internships, industrial projects and partnering with industries to make students corporate ready. </a:t>
            </a:r>
          </a:p>
        </p:txBody>
      </p:sp>
    </p:spTree>
    <p:extLst>
      <p:ext uri="{BB962C8B-B14F-4D97-AF65-F5344CB8AC3E}">
        <p14:creationId xmlns:p14="http://schemas.microsoft.com/office/powerpoint/2010/main" val="293427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Programme Educational Objectives…">
            <a:extLst>
              <a:ext uri="{FF2B5EF4-FFF2-40B4-BE49-F238E27FC236}">
                <a16:creationId xmlns:a16="http://schemas.microsoft.com/office/drawing/2014/main" id="{2521A01C-40A3-DD63-4A18-F5B08ABB2BA9}"/>
              </a:ext>
            </a:extLst>
          </p:cNvPr>
          <p:cNvSpPr txBox="1"/>
          <p:nvPr/>
        </p:nvSpPr>
        <p:spPr>
          <a:xfrm>
            <a:off x="644236" y="387720"/>
            <a:ext cx="10023764" cy="56476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a:spAutoFit/>
          </a:bodyPr>
          <a:lstStyle/>
          <a:p>
            <a:pPr algn="just" defTabSz="457200">
              <a:defRPr sz="1900" b="1">
                <a:latin typeface="Times Roman"/>
                <a:ea typeface="Times Roman"/>
                <a:cs typeface="Times Roman"/>
                <a:sym typeface="Times Roman"/>
              </a:defRPr>
            </a:pPr>
            <a:r>
              <a:rPr sz="1900" dirty="0" err="1"/>
              <a:t>Programme</a:t>
            </a:r>
            <a:r>
              <a:rPr sz="1900" dirty="0"/>
              <a:t> Educational Objectives </a:t>
            </a:r>
          </a:p>
          <a:p>
            <a:pPr algn="just" defTabSz="457200">
              <a:defRPr sz="1900">
                <a:latin typeface="Times Roman"/>
                <a:ea typeface="Times Roman"/>
                <a:cs typeface="Times Roman"/>
                <a:sym typeface="Times Roman"/>
              </a:defRPr>
            </a:pPr>
            <a:r>
              <a:rPr sz="1900" dirty="0"/>
              <a:t>PEO1: Impart quality industry oriented education, strong fundamentals and problem solving approach through student centric learning methods for product development and handle real time problems. </a:t>
            </a:r>
          </a:p>
          <a:p>
            <a:pPr algn="just" defTabSz="457200">
              <a:defRPr sz="1900">
                <a:latin typeface="Times Roman"/>
                <a:ea typeface="Times Roman"/>
                <a:cs typeface="Times Roman"/>
                <a:sym typeface="Times Roman"/>
              </a:defRPr>
            </a:pPr>
            <a:r>
              <a:rPr sz="1900" dirty="0"/>
              <a:t>PEO2: Possess good communication skills and ethics in line with corporate environments to serve the industry &amp; society. </a:t>
            </a:r>
          </a:p>
          <a:p>
            <a:pPr algn="just" defTabSz="457200">
              <a:defRPr sz="1900">
                <a:latin typeface="Times Roman"/>
                <a:ea typeface="Times Roman"/>
                <a:cs typeface="Times Roman"/>
                <a:sym typeface="Times Roman"/>
              </a:defRPr>
            </a:pPr>
            <a:r>
              <a:rPr sz="1900" dirty="0"/>
              <a:t>PEO3: Create Competent Professionals &amp; entrepreneurs by imparting Career skills, leadership qualities and research</a:t>
            </a:r>
          </a:p>
          <a:p>
            <a:pPr algn="just" defTabSz="457200">
              <a:defRPr sz="1900">
                <a:latin typeface="Times Roman"/>
                <a:ea typeface="Times Roman"/>
                <a:cs typeface="Times Roman"/>
                <a:sym typeface="Times Roman"/>
              </a:defRPr>
            </a:pPr>
            <a:r>
              <a:rPr sz="1900" dirty="0"/>
              <a:t> </a:t>
            </a:r>
          </a:p>
          <a:p>
            <a:pPr algn="just" defTabSz="457200">
              <a:defRPr sz="1900" b="1">
                <a:latin typeface="Times Roman"/>
                <a:ea typeface="Times Roman"/>
                <a:cs typeface="Times Roman"/>
                <a:sym typeface="Times Roman"/>
              </a:defRPr>
            </a:pPr>
            <a:r>
              <a:rPr sz="1900" dirty="0"/>
              <a:t>Program Specific Outcomes: </a:t>
            </a:r>
          </a:p>
          <a:p>
            <a:pPr algn="just" defTabSz="457200">
              <a:defRPr sz="1900">
                <a:latin typeface="Times Roman"/>
                <a:ea typeface="Times Roman"/>
                <a:cs typeface="Times Roman"/>
                <a:sym typeface="Times Roman"/>
              </a:defRPr>
            </a:pPr>
            <a:r>
              <a:rPr sz="1900" dirty="0"/>
              <a:t>PSO1: Foundation of Computer System: Ability to understand the principles and working of computer systems. Students can assess the hardware and software aspects of computer systems. </a:t>
            </a:r>
          </a:p>
          <a:p>
            <a:pPr algn="just" defTabSz="457200">
              <a:defRPr sz="1900">
                <a:latin typeface="Times Roman"/>
                <a:ea typeface="Times Roman"/>
                <a:cs typeface="Times Roman"/>
                <a:sym typeface="Times Roman"/>
              </a:defRPr>
            </a:pPr>
            <a:r>
              <a:rPr sz="1900" dirty="0"/>
              <a:t>PSO2: Foundations of Software development: Ability to understand the structure and development methodologies of software systems. Possess professional skills and knowledge of software design process. Familiarity and practical competence with a range of programming languages and platforms like Cloud Computing, Web based and Mobile applications, Image and Video Processing, Artificial Intelligence &amp; Machine Learning. </a:t>
            </a:r>
          </a:p>
          <a:p>
            <a:pPr algn="just" defTabSz="457200">
              <a:defRPr sz="1900">
                <a:latin typeface="Times Roman"/>
                <a:ea typeface="Times Roman"/>
                <a:cs typeface="Times Roman"/>
                <a:sym typeface="Times Roman"/>
              </a:defRPr>
            </a:pPr>
            <a:r>
              <a:rPr sz="1900" dirty="0"/>
              <a:t>PSO3: Foundation of mathematical concepts: Ability to apply mathematical methodologies to solve computational tasks, model real world problems using appropriate data structures and suitable algorithms</a:t>
            </a:r>
          </a:p>
        </p:txBody>
      </p:sp>
    </p:spTree>
    <p:extLst>
      <p:ext uri="{BB962C8B-B14F-4D97-AF65-F5344CB8AC3E}">
        <p14:creationId xmlns:p14="http://schemas.microsoft.com/office/powerpoint/2010/main" val="4121471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0D531-9063-B9DF-D042-B01BEEE8AB7E}"/>
              </a:ext>
            </a:extLst>
          </p:cNvPr>
          <p:cNvSpPr>
            <a:spLocks noGrp="1"/>
          </p:cNvSpPr>
          <p:nvPr>
            <p:ph type="title"/>
          </p:nvPr>
        </p:nvSpPr>
        <p:spPr>
          <a:xfrm>
            <a:off x="942109" y="219655"/>
            <a:ext cx="10515600" cy="694746"/>
          </a:xfrm>
        </p:spPr>
        <p:txBody>
          <a:bodyPr>
            <a:normAutofit fontScale="90000"/>
          </a:bodyPr>
          <a:lstStyle/>
          <a:p>
            <a:r>
              <a:rPr lang="en-IN" dirty="0"/>
              <a:t>CONTENT:</a:t>
            </a:r>
          </a:p>
        </p:txBody>
      </p:sp>
      <p:sp>
        <p:nvSpPr>
          <p:cNvPr id="3" name="Content Placeholder 2">
            <a:extLst>
              <a:ext uri="{FF2B5EF4-FFF2-40B4-BE49-F238E27FC236}">
                <a16:creationId xmlns:a16="http://schemas.microsoft.com/office/drawing/2014/main" id="{D7133842-9286-69BB-19EF-47681FC36F00}"/>
              </a:ext>
            </a:extLst>
          </p:cNvPr>
          <p:cNvSpPr>
            <a:spLocks noGrp="1"/>
          </p:cNvSpPr>
          <p:nvPr>
            <p:ph idx="1"/>
          </p:nvPr>
        </p:nvSpPr>
        <p:spPr>
          <a:xfrm>
            <a:off x="838200" y="1160607"/>
            <a:ext cx="10515600" cy="4351338"/>
          </a:xfrm>
        </p:spPr>
        <p:txBody>
          <a:bodyPr/>
          <a:lstStyle/>
          <a:p>
            <a:r>
              <a:rPr lang="en-IN" dirty="0"/>
              <a:t>Abstract</a:t>
            </a:r>
          </a:p>
          <a:p>
            <a:r>
              <a:rPr lang="en-IN" dirty="0"/>
              <a:t>Introduction </a:t>
            </a:r>
          </a:p>
          <a:p>
            <a:r>
              <a:rPr lang="en-IN" dirty="0"/>
              <a:t>System Requirement </a:t>
            </a:r>
          </a:p>
          <a:p>
            <a:r>
              <a:rPr lang="en-IN" dirty="0"/>
              <a:t>Modules Developed</a:t>
            </a:r>
          </a:p>
          <a:p>
            <a:r>
              <a:rPr lang="en-IN" dirty="0"/>
              <a:t>Architecture</a:t>
            </a:r>
          </a:p>
          <a:p>
            <a:r>
              <a:rPr lang="en-IN" dirty="0"/>
              <a:t>Source Code </a:t>
            </a:r>
          </a:p>
          <a:p>
            <a:r>
              <a:rPr lang="en-IN" dirty="0"/>
              <a:t>Output</a:t>
            </a:r>
          </a:p>
          <a:p>
            <a:r>
              <a:rPr lang="en-IN" dirty="0"/>
              <a:t>Conclusion </a:t>
            </a:r>
          </a:p>
        </p:txBody>
      </p:sp>
    </p:spTree>
    <p:extLst>
      <p:ext uri="{BB962C8B-B14F-4D97-AF65-F5344CB8AC3E}">
        <p14:creationId xmlns:p14="http://schemas.microsoft.com/office/powerpoint/2010/main" val="3573856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174230" y="360421"/>
            <a:ext cx="4369594" cy="615553"/>
          </a:xfrm>
          <a:prstGeom prst="rect">
            <a:avLst/>
          </a:prstGeom>
        </p:spPr>
        <p:txBody>
          <a:bodyPr vert="horz" wrap="square" lIns="0" tIns="0" rIns="0" bIns="0" rtlCol="0" anchor="ctr">
            <a:spAutoFit/>
          </a:bodyPr>
          <a:lstStyle/>
          <a:p>
            <a:pPr marL="7938" marR="3175">
              <a:lnSpc>
                <a:spcPts val="4813"/>
              </a:lnSpc>
            </a:pPr>
            <a:r>
              <a:rPr lang="en-US" sz="4000" b="1" dirty="0"/>
              <a:t>ABSTRACT</a:t>
            </a:r>
            <a:endParaRPr sz="3844" b="1" dirty="0"/>
          </a:p>
        </p:txBody>
      </p:sp>
      <p:sp>
        <p:nvSpPr>
          <p:cNvPr id="4" name="object 4"/>
          <p:cNvSpPr txBox="1"/>
          <p:nvPr/>
        </p:nvSpPr>
        <p:spPr>
          <a:xfrm>
            <a:off x="1667908" y="1286680"/>
            <a:ext cx="8609148" cy="6234576"/>
          </a:xfrm>
          <a:prstGeom prst="rect">
            <a:avLst/>
          </a:prstGeom>
        </p:spPr>
        <p:txBody>
          <a:bodyPr vert="horz" wrap="square" lIns="0" tIns="7541" rIns="0" bIns="0" rtlCol="0">
            <a:spAutoFit/>
          </a:bodyPr>
          <a:lstStyle/>
          <a:p>
            <a:pPr marL="465138" marR="3175" indent="-457200" algn="just" defTabSz="457200">
              <a:lnSpc>
                <a:spcPct val="132400"/>
              </a:lnSpc>
              <a:spcBef>
                <a:spcPts val="59"/>
              </a:spcBef>
              <a:buFont typeface="Arial" panose="020B0604020202020204" pitchFamily="34" charset="0"/>
              <a:buChar char="•"/>
            </a:pPr>
            <a:r>
              <a:rPr lang="en-US" sz="2800" dirty="0">
                <a:solidFill>
                  <a:prstClr val="black"/>
                </a:solidFill>
                <a:latin typeface="Calibri"/>
              </a:rPr>
              <a:t>The </a:t>
            </a:r>
            <a:r>
              <a:rPr lang="en-US" sz="2800" b="1" dirty="0">
                <a:solidFill>
                  <a:prstClr val="black"/>
                </a:solidFill>
                <a:latin typeface="Calibri"/>
              </a:rPr>
              <a:t>"</a:t>
            </a:r>
            <a:r>
              <a:rPr lang="en-US" sz="2800" b="1" dirty="0" err="1">
                <a:solidFill>
                  <a:prstClr val="black"/>
                </a:solidFill>
                <a:latin typeface="Calibri"/>
              </a:rPr>
              <a:t>BookAR</a:t>
            </a:r>
            <a:r>
              <a:rPr lang="en-US" sz="2800" b="1" dirty="0">
                <a:solidFill>
                  <a:prstClr val="black"/>
                </a:solidFill>
                <a:latin typeface="Calibri"/>
              </a:rPr>
              <a:t>: Augmented Reality Experience for Traditional Books"</a:t>
            </a:r>
            <a:r>
              <a:rPr lang="en-US" sz="2800" dirty="0">
                <a:solidFill>
                  <a:prstClr val="black"/>
                </a:solidFill>
                <a:latin typeface="Calibri"/>
              </a:rPr>
              <a:t> project explores the integration of Augmented Reality (AR) technology with physical books to revolutionize the traditional reading experience. </a:t>
            </a:r>
          </a:p>
          <a:p>
            <a:pPr marL="465138" marR="3175" indent="-457200" algn="just" defTabSz="457200">
              <a:lnSpc>
                <a:spcPct val="132400"/>
              </a:lnSpc>
              <a:spcBef>
                <a:spcPts val="59"/>
              </a:spcBef>
              <a:buFont typeface="Arial" panose="020B0604020202020204" pitchFamily="34" charset="0"/>
              <a:buChar char="•"/>
            </a:pPr>
            <a:r>
              <a:rPr lang="en-US" sz="2800" dirty="0">
                <a:solidFill>
                  <a:prstClr val="black"/>
                </a:solidFill>
                <a:latin typeface="Calibri"/>
              </a:rPr>
              <a:t>The project aims to provide a more engaging and dynamic way to consume educational, literary, and instructional content by transforming conventional books into interactive and multimedia-rich learning tools.</a:t>
            </a:r>
          </a:p>
          <a:p>
            <a:pPr marL="7938" marR="3175" algn="just" defTabSz="457200">
              <a:lnSpc>
                <a:spcPct val="132400"/>
              </a:lnSpc>
              <a:spcBef>
                <a:spcPts val="59"/>
              </a:spcBef>
            </a:pPr>
            <a:endParaRPr lang="en-US" sz="2800" dirty="0">
              <a:solidFill>
                <a:prstClr val="black"/>
              </a:solidFill>
              <a:latin typeface="Calibri"/>
            </a:endParaRPr>
          </a:p>
          <a:p>
            <a:pPr marL="7938" marR="3175" defTabSz="457200">
              <a:lnSpc>
                <a:spcPct val="132400"/>
              </a:lnSpc>
              <a:spcBef>
                <a:spcPts val="59"/>
              </a:spcBef>
            </a:pPr>
            <a:endParaRPr sz="2800" dirty="0">
              <a:solidFill>
                <a:prstClr val="black"/>
              </a:solidFill>
              <a:latin typeface="Verdana"/>
              <a:cs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09197-EAB9-2211-CEF9-FCDFE96B17B7}"/>
              </a:ext>
            </a:extLst>
          </p:cNvPr>
          <p:cNvSpPr>
            <a:spLocks noGrp="1"/>
          </p:cNvSpPr>
          <p:nvPr>
            <p:ph type="title"/>
          </p:nvPr>
        </p:nvSpPr>
        <p:spPr>
          <a:xfrm>
            <a:off x="2968336" y="-62345"/>
            <a:ext cx="8229600" cy="1143000"/>
          </a:xfrm>
        </p:spPr>
        <p:txBody>
          <a:bodyPr>
            <a:normAutofit/>
          </a:bodyPr>
          <a:lstStyle/>
          <a:p>
            <a:r>
              <a:rPr lang="en-US" b="1" dirty="0"/>
              <a:t>INTRODUCTION</a:t>
            </a:r>
            <a:endParaRPr lang="en-IN" b="1" dirty="0"/>
          </a:p>
        </p:txBody>
      </p:sp>
      <p:sp>
        <p:nvSpPr>
          <p:cNvPr id="4" name="TextBox 3">
            <a:extLst>
              <a:ext uri="{FF2B5EF4-FFF2-40B4-BE49-F238E27FC236}">
                <a16:creationId xmlns:a16="http://schemas.microsoft.com/office/drawing/2014/main" id="{CFBFF0D2-0A5C-085C-3275-ED188F2EFB8B}"/>
              </a:ext>
            </a:extLst>
          </p:cNvPr>
          <p:cNvSpPr txBox="1"/>
          <p:nvPr/>
        </p:nvSpPr>
        <p:spPr>
          <a:xfrm>
            <a:off x="1461545" y="1272527"/>
            <a:ext cx="7354529" cy="5262979"/>
          </a:xfrm>
          <a:prstGeom prst="rect">
            <a:avLst/>
          </a:prstGeom>
          <a:noFill/>
        </p:spPr>
        <p:txBody>
          <a:bodyPr wrap="square">
            <a:spAutoFit/>
          </a:bodyPr>
          <a:lstStyle/>
          <a:p>
            <a:pPr marL="457200" indent="-457200" algn="just">
              <a:buFont typeface="Arial" panose="020B0604020202020204" pitchFamily="34" charset="0"/>
              <a:buChar char="•"/>
            </a:pPr>
            <a:r>
              <a:rPr lang="en-US" sz="2800" dirty="0"/>
              <a:t>AR BOOKS uses Augmented Reality (AR) to bridge the gap between traditional books and digital media.</a:t>
            </a:r>
          </a:p>
          <a:p>
            <a:pPr marL="457200" indent="-457200" algn="just">
              <a:buFont typeface="Arial" panose="020B0604020202020204" pitchFamily="34" charset="0"/>
              <a:buChar char="•"/>
            </a:pPr>
            <a:endParaRPr lang="en-US" sz="2800" dirty="0"/>
          </a:p>
          <a:p>
            <a:pPr marL="457200" indent="-457200" algn="just">
              <a:buFont typeface="Arial" panose="020B0604020202020204" pitchFamily="34" charset="0"/>
              <a:buChar char="•"/>
            </a:pPr>
            <a:r>
              <a:rPr lang="en-US" sz="2800" dirty="0"/>
              <a:t> It overlays digital content onto the physical pages, enhancing the reading experience.</a:t>
            </a:r>
          </a:p>
          <a:p>
            <a:pPr algn="just"/>
            <a:endParaRPr lang="en-US" sz="2800" dirty="0"/>
          </a:p>
          <a:p>
            <a:pPr marL="457200" indent="-457200" algn="just">
              <a:buFont typeface="Arial" panose="020B0604020202020204" pitchFamily="34" charset="0"/>
              <a:buChar char="•"/>
            </a:pPr>
            <a:r>
              <a:rPr lang="en-US" sz="2800" dirty="0"/>
              <a:t>This project enhances physical books with interactive 3D models, animations, and videos, making learning and storytelling engaging.</a:t>
            </a:r>
          </a:p>
          <a:p>
            <a:endParaRPr lang="en-US" sz="2800" dirty="0"/>
          </a:p>
        </p:txBody>
      </p:sp>
    </p:spTree>
    <p:extLst>
      <p:ext uri="{BB962C8B-B14F-4D97-AF65-F5344CB8AC3E}">
        <p14:creationId xmlns:p14="http://schemas.microsoft.com/office/powerpoint/2010/main" val="1269203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29D42-4586-003D-F583-54AF48B971A0}"/>
              </a:ext>
            </a:extLst>
          </p:cNvPr>
          <p:cNvSpPr>
            <a:spLocks noGrp="1"/>
          </p:cNvSpPr>
          <p:nvPr>
            <p:ph type="title"/>
          </p:nvPr>
        </p:nvSpPr>
        <p:spPr>
          <a:xfrm>
            <a:off x="590774" y="18255"/>
            <a:ext cx="10515600" cy="1325563"/>
          </a:xfrm>
        </p:spPr>
        <p:txBody>
          <a:bodyPr/>
          <a:lstStyle/>
          <a:p>
            <a:r>
              <a:rPr lang="en-IN" b="1" dirty="0"/>
              <a:t>SYSTEM REQUIREMENT </a:t>
            </a:r>
          </a:p>
        </p:txBody>
      </p:sp>
      <p:sp>
        <p:nvSpPr>
          <p:cNvPr id="3" name="Content Placeholder 2">
            <a:extLst>
              <a:ext uri="{FF2B5EF4-FFF2-40B4-BE49-F238E27FC236}">
                <a16:creationId xmlns:a16="http://schemas.microsoft.com/office/drawing/2014/main" id="{2C47AFAD-990E-F8C9-B97D-F69533C72A65}"/>
              </a:ext>
            </a:extLst>
          </p:cNvPr>
          <p:cNvSpPr>
            <a:spLocks noGrp="1"/>
          </p:cNvSpPr>
          <p:nvPr>
            <p:ph idx="1"/>
          </p:nvPr>
        </p:nvSpPr>
        <p:spPr>
          <a:xfrm>
            <a:off x="838200" y="1161826"/>
            <a:ext cx="10515600" cy="5378823"/>
          </a:xfrm>
        </p:spPr>
        <p:txBody>
          <a:bodyPr>
            <a:normAutofit fontScale="85000" lnSpcReduction="20000"/>
          </a:bodyPr>
          <a:lstStyle/>
          <a:p>
            <a:r>
              <a:rPr lang="en-IN" sz="3300" b="1" dirty="0"/>
              <a:t>Hardware Requirements </a:t>
            </a:r>
          </a:p>
          <a:p>
            <a:pPr marL="0" indent="0">
              <a:buNone/>
            </a:pPr>
            <a:r>
              <a:rPr lang="en-IN" b="1" dirty="0"/>
              <a:t>  1. Server-Side (Backend)</a:t>
            </a:r>
          </a:p>
          <a:p>
            <a:r>
              <a:rPr lang="en-IN" b="1" dirty="0"/>
              <a:t>Purpose</a:t>
            </a:r>
            <a:r>
              <a:rPr lang="en-IN" dirty="0"/>
              <a:t>: Runs core backend services – </a:t>
            </a:r>
            <a:r>
              <a:rPr lang="en-IN" b="1" dirty="0"/>
              <a:t>Node.js</a:t>
            </a:r>
            <a:r>
              <a:rPr lang="en-IN" dirty="0"/>
              <a:t> (app logic) and </a:t>
            </a:r>
            <a:r>
              <a:rPr lang="en-IN" b="1" dirty="0"/>
              <a:t>MongoDB</a:t>
            </a:r>
            <a:r>
              <a:rPr lang="en-IN" dirty="0"/>
              <a:t> (data storage).</a:t>
            </a:r>
          </a:p>
          <a:p>
            <a:r>
              <a:rPr lang="en-IN" b="1" dirty="0"/>
              <a:t>Minimum Specs</a:t>
            </a:r>
            <a:r>
              <a:rPr lang="en-IN" dirty="0"/>
              <a:t>:</a:t>
            </a:r>
          </a:p>
          <a:p>
            <a:pPr lvl="1"/>
            <a:r>
              <a:rPr lang="en-IN" b="1" dirty="0"/>
              <a:t>2GB RAM</a:t>
            </a:r>
            <a:r>
              <a:rPr lang="en-IN" dirty="0"/>
              <a:t> (recommended for basic use)</a:t>
            </a:r>
          </a:p>
          <a:p>
            <a:pPr lvl="1"/>
            <a:r>
              <a:rPr lang="en-IN" b="1" dirty="0"/>
              <a:t>Modern CPU</a:t>
            </a:r>
            <a:endParaRPr lang="en-IN" dirty="0"/>
          </a:p>
          <a:p>
            <a:r>
              <a:rPr lang="en-IN" b="1" dirty="0"/>
              <a:t>Performance Considerations</a:t>
            </a:r>
            <a:r>
              <a:rPr lang="en-IN" dirty="0"/>
              <a:t>:</a:t>
            </a:r>
          </a:p>
          <a:p>
            <a:pPr lvl="1"/>
            <a:r>
              <a:rPr lang="en-IN" dirty="0"/>
              <a:t>Higher traffic or AI-intensive tasks may require </a:t>
            </a:r>
            <a:r>
              <a:rPr lang="en-IN" b="1" dirty="0"/>
              <a:t>more RAM and CPU cores</a:t>
            </a:r>
            <a:r>
              <a:rPr lang="en-IN" dirty="0"/>
              <a:t>.</a:t>
            </a:r>
          </a:p>
          <a:p>
            <a:pPr lvl="1"/>
            <a:r>
              <a:rPr lang="en-IN" dirty="0"/>
              <a:t>Ensures smooth performance during </a:t>
            </a:r>
            <a:r>
              <a:rPr lang="en-IN" b="1" dirty="0"/>
              <a:t>file uploads, AI processing</a:t>
            </a:r>
            <a:r>
              <a:rPr lang="en-IN" dirty="0"/>
              <a:t>, and </a:t>
            </a:r>
            <a:r>
              <a:rPr lang="en-IN" b="1" dirty="0"/>
              <a:t>data retrieval</a:t>
            </a:r>
            <a:r>
              <a:rPr lang="en-IN" dirty="0"/>
              <a:t>.</a:t>
            </a:r>
          </a:p>
          <a:p>
            <a:r>
              <a:rPr lang="en-IN" b="1" dirty="0"/>
              <a:t>💻 2. Client-Side (Frontend)</a:t>
            </a:r>
          </a:p>
          <a:p>
            <a:r>
              <a:rPr lang="en-IN" b="1" dirty="0"/>
              <a:t>Access Method</a:t>
            </a:r>
            <a:r>
              <a:rPr lang="en-IN" dirty="0"/>
              <a:t>: Web browser (no special hardware needed).</a:t>
            </a:r>
          </a:p>
          <a:p>
            <a:r>
              <a:rPr lang="en-IN" b="1" dirty="0"/>
              <a:t>Compatible Devices</a:t>
            </a:r>
            <a:r>
              <a:rPr lang="en-IN" dirty="0"/>
              <a:t>:</a:t>
            </a:r>
          </a:p>
          <a:p>
            <a:pPr lvl="1"/>
            <a:r>
              <a:rPr lang="en-IN" dirty="0"/>
              <a:t>Desktops, laptops.</a:t>
            </a:r>
          </a:p>
          <a:p>
            <a:r>
              <a:rPr lang="en-IN" b="1" dirty="0"/>
              <a:t>Browser Support</a:t>
            </a:r>
            <a:r>
              <a:rPr lang="en-IN" dirty="0"/>
              <a:t>:</a:t>
            </a:r>
          </a:p>
          <a:p>
            <a:pPr lvl="1"/>
            <a:r>
              <a:rPr lang="en-IN" b="1" dirty="0"/>
              <a:t>Chrome, Firefox, Edge, Safari</a:t>
            </a:r>
            <a:r>
              <a:rPr lang="en-IN" dirty="0"/>
              <a:t> (most modern browsers).</a:t>
            </a:r>
          </a:p>
          <a:p>
            <a:endParaRPr lang="en-IN" dirty="0"/>
          </a:p>
        </p:txBody>
      </p:sp>
    </p:spTree>
    <p:extLst>
      <p:ext uri="{BB962C8B-B14F-4D97-AF65-F5344CB8AC3E}">
        <p14:creationId xmlns:p14="http://schemas.microsoft.com/office/powerpoint/2010/main" val="1826878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007DF-426B-2080-B918-068551D08346}"/>
              </a:ext>
            </a:extLst>
          </p:cNvPr>
          <p:cNvSpPr>
            <a:spLocks noGrp="1"/>
          </p:cNvSpPr>
          <p:nvPr>
            <p:ph type="title"/>
          </p:nvPr>
        </p:nvSpPr>
        <p:spPr>
          <a:xfrm>
            <a:off x="83127" y="365127"/>
            <a:ext cx="72737" cy="45719"/>
          </a:xfrm>
        </p:spPr>
        <p:txBody>
          <a:bodyPr>
            <a:normAutofit fontScale="90000"/>
          </a:bodyPr>
          <a:lstStyle/>
          <a:p>
            <a:r>
              <a:rPr lang="en-IN" dirty="0"/>
              <a:t>.</a:t>
            </a:r>
          </a:p>
        </p:txBody>
      </p:sp>
      <p:sp>
        <p:nvSpPr>
          <p:cNvPr id="4" name="Rectangle 1">
            <a:extLst>
              <a:ext uri="{FF2B5EF4-FFF2-40B4-BE49-F238E27FC236}">
                <a16:creationId xmlns:a16="http://schemas.microsoft.com/office/drawing/2014/main" id="{3D06A604-3C1F-04E5-83F2-97C5CA70FFD4}"/>
              </a:ext>
            </a:extLst>
          </p:cNvPr>
          <p:cNvSpPr>
            <a:spLocks noGrp="1" noChangeArrowheads="1"/>
          </p:cNvSpPr>
          <p:nvPr>
            <p:ph idx="1"/>
          </p:nvPr>
        </p:nvSpPr>
        <p:spPr bwMode="auto">
          <a:xfrm>
            <a:off x="457201" y="643298"/>
            <a:ext cx="11097490" cy="5570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Software </a:t>
            </a:r>
            <a:r>
              <a:rPr kumimoji="0" lang="en-IN" altLang="en-US" b="1" i="0" u="none" strike="noStrike" cap="none" normalizeH="0" baseline="0" dirty="0">
                <a:ln>
                  <a:noFill/>
                </a:ln>
                <a:solidFill>
                  <a:schemeClr val="tx1"/>
                </a:solidFill>
                <a:effectLst/>
                <a:latin typeface="Arial" panose="020B0604020202020204" pitchFamily="34" charset="0"/>
              </a:rPr>
              <a:t>Requirements </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Node.js (v16+)</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Backend runtime</a:t>
            </a:r>
            <a:endParaRPr kumimoji="0" lang="en-US" altLang="en-US" sz="6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Required for modern features &amp; security</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Arial" panose="020B0604020202020204" pitchFamily="34" charset="0"/>
              </a:rPr>
              <a:t>🗄️ MongoDB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NoSQL database for PDF, AR data</a:t>
            </a:r>
            <a:endParaRPr kumimoji="0" lang="en-US" altLang="en-US" sz="6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Local/Cloud support </a:t>
            </a:r>
            <a:r>
              <a:rPr lang="en-US" altLang="en-US" dirty="0">
                <a:latin typeface="Arial" panose="020B0604020202020204" pitchFamily="34" charset="0"/>
              </a:rPr>
              <a:t>(</a:t>
            </a:r>
            <a:r>
              <a:rPr kumimoji="0" lang="en-US" altLang="en-US" sz="2400" b="0" i="0" u="none" strike="noStrike" cap="none" normalizeH="0" baseline="0" dirty="0">
                <a:ln>
                  <a:noFill/>
                </a:ln>
                <a:solidFill>
                  <a:schemeClr val="tx1"/>
                </a:solidFill>
                <a:effectLst/>
                <a:latin typeface="Arial Unicode MS" panose="020B0604020202020204" pitchFamily="34" charset="-128"/>
              </a:rPr>
              <a:t>mongodb://127.0.0.1:27017/bookar_db)</a:t>
            </a:r>
            <a:endParaRPr kumimoji="0" lang="en-US" altLang="en-US" sz="4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npm</a:t>
            </a:r>
            <a:r>
              <a:rPr lang="en-US" altLang="en-US" b="1" dirty="0">
                <a:latin typeface="Arial" panose="020B0604020202020204" pitchFamily="34" charset="0"/>
              </a:rPr>
              <a:t>(node package manager</a:t>
            </a:r>
            <a:r>
              <a:rPr kumimoji="0" lang="en-US" altLang="en-US" b="1"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Manages project dependencies</a:t>
            </a:r>
            <a:endParaRPr kumimoji="0" lang="en-US" altLang="en-US" sz="6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96271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5D92D-DB43-FA26-E94F-7F635BD15C4F}"/>
              </a:ext>
            </a:extLst>
          </p:cNvPr>
          <p:cNvSpPr>
            <a:spLocks noGrp="1"/>
          </p:cNvSpPr>
          <p:nvPr>
            <p:ph type="title"/>
          </p:nvPr>
        </p:nvSpPr>
        <p:spPr>
          <a:xfrm>
            <a:off x="838200" y="365128"/>
            <a:ext cx="9386455" cy="788264"/>
          </a:xfrm>
        </p:spPr>
        <p:txBody>
          <a:bodyPr>
            <a:normAutofit/>
          </a:bodyPr>
          <a:lstStyle/>
          <a:p>
            <a:r>
              <a:rPr lang="en-IN" sz="3600" b="1" dirty="0"/>
              <a:t>External Services</a:t>
            </a:r>
          </a:p>
        </p:txBody>
      </p:sp>
      <p:sp>
        <p:nvSpPr>
          <p:cNvPr id="3" name="Content Placeholder 2">
            <a:extLst>
              <a:ext uri="{FF2B5EF4-FFF2-40B4-BE49-F238E27FC236}">
                <a16:creationId xmlns:a16="http://schemas.microsoft.com/office/drawing/2014/main" id="{0ED4CEC8-58DD-9165-495A-D8A59BA41CC8}"/>
              </a:ext>
            </a:extLst>
          </p:cNvPr>
          <p:cNvSpPr>
            <a:spLocks noGrp="1"/>
          </p:cNvSpPr>
          <p:nvPr>
            <p:ph idx="1"/>
          </p:nvPr>
        </p:nvSpPr>
        <p:spPr>
          <a:xfrm>
            <a:off x="838200" y="1253330"/>
            <a:ext cx="10515600" cy="5239541"/>
          </a:xfrm>
        </p:spPr>
        <p:txBody>
          <a:bodyPr/>
          <a:lstStyle/>
          <a:p>
            <a:pPr marL="0" indent="0" algn="just">
              <a:buNone/>
            </a:pPr>
            <a:r>
              <a:rPr lang="en-IN" b="1" dirty="0"/>
              <a:t>1. Cohere API</a:t>
            </a:r>
          </a:p>
          <a:p>
            <a:pPr algn="just"/>
            <a:r>
              <a:rPr lang="en-IN" dirty="0"/>
              <a:t>Used for </a:t>
            </a:r>
            <a:r>
              <a:rPr lang="en-IN" b="1" dirty="0"/>
              <a:t>PDF summarization</a:t>
            </a:r>
            <a:endParaRPr lang="en-IN" dirty="0"/>
          </a:p>
          <a:p>
            <a:pPr algn="just"/>
            <a:r>
              <a:rPr lang="en-IN" dirty="0"/>
              <a:t>Converts page or full book text into concise summaries</a:t>
            </a:r>
          </a:p>
          <a:p>
            <a:pPr algn="just"/>
            <a:r>
              <a:rPr lang="en-IN" dirty="0"/>
              <a:t>Requires </a:t>
            </a:r>
            <a:r>
              <a:rPr lang="en-IN" b="1" dirty="0"/>
              <a:t>Cohere API Key</a:t>
            </a:r>
            <a:endParaRPr lang="en-IN" dirty="0"/>
          </a:p>
          <a:p>
            <a:pPr marL="0" indent="0" algn="just">
              <a:buNone/>
            </a:pPr>
            <a:r>
              <a:rPr lang="en-IN" b="1" dirty="0"/>
              <a:t>2. Stability AI API</a:t>
            </a:r>
          </a:p>
          <a:p>
            <a:pPr algn="just"/>
            <a:r>
              <a:rPr lang="en-IN" dirty="0"/>
              <a:t>Used for </a:t>
            </a:r>
            <a:r>
              <a:rPr lang="en-IN" b="1" dirty="0"/>
              <a:t>AI image generation</a:t>
            </a:r>
            <a:r>
              <a:rPr lang="en-IN" dirty="0"/>
              <a:t> from text prompts</a:t>
            </a:r>
          </a:p>
          <a:p>
            <a:pPr algn="just"/>
            <a:r>
              <a:rPr lang="en-IN" dirty="0"/>
              <a:t>Brings AR content to life with dynamic visuals</a:t>
            </a:r>
          </a:p>
          <a:p>
            <a:pPr algn="just"/>
            <a:r>
              <a:rPr lang="en-IN" dirty="0"/>
              <a:t>Requires </a:t>
            </a:r>
            <a:r>
              <a:rPr lang="en-IN" b="1" dirty="0"/>
              <a:t>Stability AI API Key</a:t>
            </a:r>
            <a:endParaRPr lang="en-IN" dirty="0"/>
          </a:p>
          <a:p>
            <a:endParaRPr lang="en-IN" dirty="0"/>
          </a:p>
        </p:txBody>
      </p:sp>
    </p:spTree>
    <p:extLst>
      <p:ext uri="{BB962C8B-B14F-4D97-AF65-F5344CB8AC3E}">
        <p14:creationId xmlns:p14="http://schemas.microsoft.com/office/powerpoint/2010/main" val="2026755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7D776-A6EE-8E41-56BC-4F4281F0F672}"/>
              </a:ext>
            </a:extLst>
          </p:cNvPr>
          <p:cNvSpPr>
            <a:spLocks noGrp="1"/>
          </p:cNvSpPr>
          <p:nvPr>
            <p:ph type="title"/>
          </p:nvPr>
        </p:nvSpPr>
        <p:spPr>
          <a:xfrm>
            <a:off x="838200" y="256455"/>
            <a:ext cx="10404764" cy="424582"/>
          </a:xfrm>
        </p:spPr>
        <p:txBody>
          <a:bodyPr>
            <a:noAutofit/>
          </a:bodyPr>
          <a:lstStyle/>
          <a:p>
            <a:r>
              <a:rPr lang="en-IN" sz="3600" b="1" dirty="0"/>
              <a:t>Technologies Used</a:t>
            </a:r>
          </a:p>
        </p:txBody>
      </p:sp>
      <p:sp>
        <p:nvSpPr>
          <p:cNvPr id="3" name="Content Placeholder 2">
            <a:extLst>
              <a:ext uri="{FF2B5EF4-FFF2-40B4-BE49-F238E27FC236}">
                <a16:creationId xmlns:a16="http://schemas.microsoft.com/office/drawing/2014/main" id="{C7DC94AA-EFC4-CFD9-0CDA-7814F64602F9}"/>
              </a:ext>
            </a:extLst>
          </p:cNvPr>
          <p:cNvSpPr>
            <a:spLocks noGrp="1"/>
          </p:cNvSpPr>
          <p:nvPr>
            <p:ph idx="1"/>
          </p:nvPr>
        </p:nvSpPr>
        <p:spPr>
          <a:xfrm>
            <a:off x="782782" y="1253331"/>
            <a:ext cx="10515600" cy="5272160"/>
          </a:xfrm>
        </p:spPr>
        <p:txBody>
          <a:bodyPr>
            <a:normAutofit fontScale="25000" lnSpcReduction="20000"/>
          </a:bodyPr>
          <a:lstStyle/>
          <a:p>
            <a:pPr marL="0" indent="0">
              <a:buNone/>
            </a:pPr>
            <a:r>
              <a:rPr lang="en-IN" sz="9600" b="1" dirty="0"/>
              <a:t>1.For Backend (Node.js)</a:t>
            </a:r>
          </a:p>
          <a:p>
            <a:pPr marL="0" indent="0">
              <a:buNone/>
            </a:pPr>
            <a:endParaRPr lang="en-IN" sz="9600" b="1" dirty="0"/>
          </a:p>
          <a:p>
            <a:pPr algn="just"/>
            <a:r>
              <a:rPr lang="en-IN" sz="9600" b="1" dirty="0"/>
              <a:t>Node.js</a:t>
            </a:r>
            <a:r>
              <a:rPr lang="en-IN" sz="9600" dirty="0"/>
              <a:t>: JavaScript runtime for the backend.</a:t>
            </a:r>
          </a:p>
          <a:p>
            <a:pPr algn="just"/>
            <a:r>
              <a:rPr lang="en-IN" sz="9600" b="1" dirty="0"/>
              <a:t>Express</a:t>
            </a:r>
            <a:r>
              <a:rPr lang="en-IN" sz="9600" dirty="0"/>
              <a:t>: Web server framework for handling HTTP requests.</a:t>
            </a:r>
          </a:p>
          <a:p>
            <a:pPr algn="just"/>
            <a:r>
              <a:rPr lang="en-IN" sz="9600" b="1" dirty="0"/>
              <a:t>Mongoose</a:t>
            </a:r>
            <a:r>
              <a:rPr lang="en-IN" sz="9600" dirty="0"/>
              <a:t>: ODM for MongoDB, used for database operations.</a:t>
            </a:r>
          </a:p>
          <a:p>
            <a:pPr algn="just"/>
            <a:r>
              <a:rPr lang="en-IN" sz="9600" b="1" dirty="0"/>
              <a:t>MongoDB</a:t>
            </a:r>
            <a:r>
              <a:rPr lang="en-IN" sz="9600" dirty="0"/>
              <a:t>: NoSQL database for storing book and AR content metadata.</a:t>
            </a:r>
          </a:p>
          <a:p>
            <a:pPr algn="just"/>
            <a:r>
              <a:rPr lang="en-IN" sz="9600" b="1" dirty="0" err="1"/>
              <a:t>GridFS</a:t>
            </a:r>
            <a:r>
              <a:rPr lang="en-IN" sz="9600" b="1" dirty="0"/>
              <a:t> (via </a:t>
            </a:r>
            <a:r>
              <a:rPr lang="en-IN" sz="9600" b="1" dirty="0" err="1"/>
              <a:t>mongodb</a:t>
            </a:r>
            <a:r>
              <a:rPr lang="en-IN" sz="9600" b="1" dirty="0"/>
              <a:t>)</a:t>
            </a:r>
            <a:r>
              <a:rPr lang="en-IN" sz="9600" dirty="0"/>
              <a:t>: For storing large files (PDFs, AR content) in MongoDB.</a:t>
            </a:r>
          </a:p>
          <a:p>
            <a:pPr algn="just"/>
            <a:r>
              <a:rPr lang="en-IN" sz="9600" b="1" dirty="0"/>
              <a:t>Multer</a:t>
            </a:r>
            <a:r>
              <a:rPr lang="en-IN" sz="9600" dirty="0"/>
              <a:t>: Middleware for handling file uploads.</a:t>
            </a:r>
          </a:p>
          <a:p>
            <a:pPr algn="just"/>
            <a:r>
              <a:rPr lang="en-IN" sz="9600" b="1" dirty="0" err="1"/>
              <a:t>pdfjs-dist</a:t>
            </a:r>
            <a:r>
              <a:rPr lang="en-IN" sz="9600" dirty="0"/>
              <a:t>: For reading and extracting data from PDF files.</a:t>
            </a:r>
          </a:p>
          <a:p>
            <a:pPr algn="just"/>
            <a:r>
              <a:rPr lang="en-IN" sz="9600" b="1" dirty="0" err="1"/>
              <a:t>axios</a:t>
            </a:r>
            <a:r>
              <a:rPr lang="en-IN" sz="9600" dirty="0"/>
              <a:t>: For making HTTP requests (e.g., to Cohere and Stability AI APIs).</a:t>
            </a:r>
          </a:p>
          <a:p>
            <a:pPr algn="just"/>
            <a:r>
              <a:rPr lang="en-IN" sz="9600" b="1" dirty="0"/>
              <a:t>node-fetch</a:t>
            </a:r>
            <a:r>
              <a:rPr lang="en-IN" sz="9600" dirty="0"/>
              <a:t>: For making HTTP requests (alternative to </a:t>
            </a:r>
            <a:r>
              <a:rPr lang="en-IN" sz="9600" dirty="0" err="1"/>
              <a:t>axios</a:t>
            </a:r>
            <a:r>
              <a:rPr lang="en-IN" sz="9600" dirty="0"/>
              <a:t>).</a:t>
            </a:r>
          </a:p>
          <a:p>
            <a:pPr algn="just"/>
            <a:r>
              <a:rPr lang="en-IN" sz="9600" b="1" dirty="0"/>
              <a:t>form-data</a:t>
            </a:r>
            <a:r>
              <a:rPr lang="en-IN" sz="9600" dirty="0"/>
              <a:t>: For constructing form data for HTTP requests.</a:t>
            </a:r>
          </a:p>
          <a:p>
            <a:pPr algn="just"/>
            <a:r>
              <a:rPr lang="en-IN" sz="9600" b="1" dirty="0"/>
              <a:t>canvas</a:t>
            </a:r>
            <a:r>
              <a:rPr lang="en-IN" sz="9600" dirty="0"/>
              <a:t>: Used by </a:t>
            </a:r>
            <a:r>
              <a:rPr lang="en-IN" sz="9600" dirty="0" err="1"/>
              <a:t>pdfjs-dist</a:t>
            </a:r>
            <a:r>
              <a:rPr lang="en-IN" sz="9600" dirty="0"/>
              <a:t> for rendering (optional, mainly for image processing).</a:t>
            </a:r>
          </a:p>
          <a:p>
            <a:endParaRPr lang="en-IN" dirty="0"/>
          </a:p>
        </p:txBody>
      </p:sp>
    </p:spTree>
    <p:extLst>
      <p:ext uri="{BB962C8B-B14F-4D97-AF65-F5344CB8AC3E}">
        <p14:creationId xmlns:p14="http://schemas.microsoft.com/office/powerpoint/2010/main" val="2120504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60F82-AE40-48D6-1717-BAD5C5DC868A}"/>
              </a:ext>
            </a:extLst>
          </p:cNvPr>
          <p:cNvSpPr>
            <a:spLocks noGrp="1"/>
          </p:cNvSpPr>
          <p:nvPr>
            <p:ph type="title"/>
          </p:nvPr>
        </p:nvSpPr>
        <p:spPr>
          <a:xfrm flipV="1">
            <a:off x="1025236" y="0"/>
            <a:ext cx="9781310" cy="406691"/>
          </a:xfrm>
        </p:spPr>
        <p:txBody>
          <a:bodyPr>
            <a:normAutofit fontScale="90000"/>
          </a:bodyPr>
          <a:lstStyle/>
          <a:p>
            <a:r>
              <a:rPr lang="en-IN" dirty="0"/>
              <a:t>.</a:t>
            </a:r>
          </a:p>
        </p:txBody>
      </p:sp>
      <p:sp>
        <p:nvSpPr>
          <p:cNvPr id="3" name="Content Placeholder 2">
            <a:extLst>
              <a:ext uri="{FF2B5EF4-FFF2-40B4-BE49-F238E27FC236}">
                <a16:creationId xmlns:a16="http://schemas.microsoft.com/office/drawing/2014/main" id="{CF4762BC-57EA-4498-AB9B-CEA68FF4EA71}"/>
              </a:ext>
            </a:extLst>
          </p:cNvPr>
          <p:cNvSpPr>
            <a:spLocks noGrp="1"/>
          </p:cNvSpPr>
          <p:nvPr>
            <p:ph idx="1"/>
          </p:nvPr>
        </p:nvSpPr>
        <p:spPr>
          <a:xfrm>
            <a:off x="755073" y="654627"/>
            <a:ext cx="10515600" cy="5777346"/>
          </a:xfrm>
        </p:spPr>
        <p:txBody>
          <a:bodyPr>
            <a:normAutofit fontScale="70000" lnSpcReduction="20000"/>
          </a:bodyPr>
          <a:lstStyle/>
          <a:p>
            <a:pPr marL="0" indent="0">
              <a:buNone/>
            </a:pPr>
            <a:r>
              <a:rPr lang="en-IN" dirty="0"/>
              <a:t>2.</a:t>
            </a:r>
            <a:r>
              <a:rPr lang="en-IN" b="1" dirty="0"/>
              <a:t>AI Integrations</a:t>
            </a:r>
          </a:p>
          <a:p>
            <a:pPr marL="0" indent="0" algn="just">
              <a:buNone/>
            </a:pPr>
            <a:r>
              <a:rPr lang="en-IN" sz="2600" b="1" dirty="0"/>
              <a:t> </a:t>
            </a:r>
            <a:r>
              <a:rPr lang="en-IN" sz="2600" b="1" dirty="0" err="1"/>
              <a:t>i</a:t>
            </a:r>
            <a:r>
              <a:rPr lang="en-IN" sz="2600" b="1" dirty="0"/>
              <a:t>] Cohere AI</a:t>
            </a:r>
            <a:r>
              <a:rPr lang="en-IN" sz="2600" dirty="0"/>
              <a:t>: </a:t>
            </a:r>
            <a:r>
              <a:rPr lang="en-US" sz="2600" dirty="0"/>
              <a:t>Cohere AI uses Transformer models for text generation, embedding, and reranking, combined with RAG and tool-use features </a:t>
            </a:r>
            <a:r>
              <a:rPr lang="en-IN" sz="2600" dirty="0"/>
              <a:t>for text summarization</a:t>
            </a:r>
            <a:endParaRPr lang="en-US" sz="2600" dirty="0"/>
          </a:p>
          <a:p>
            <a:pPr algn="just"/>
            <a:endParaRPr lang="en-IN" sz="2600" b="1" dirty="0"/>
          </a:p>
          <a:p>
            <a:pPr marL="0" indent="0" algn="just">
              <a:buNone/>
            </a:pPr>
            <a:r>
              <a:rPr lang="en-IN" sz="2600" b="1" dirty="0" err="1"/>
              <a:t>Ii</a:t>
            </a:r>
            <a:r>
              <a:rPr lang="en-IN" sz="2600" b="1" dirty="0"/>
              <a:t>] Stability AI</a:t>
            </a:r>
            <a:r>
              <a:rPr lang="en-IN" sz="2600" dirty="0"/>
              <a:t>: For generating AR images from text prompts for text summarization.</a:t>
            </a:r>
          </a:p>
          <a:p>
            <a:pPr algn="just"/>
            <a:r>
              <a:rPr lang="en-US" sz="2600" dirty="0"/>
              <a:t>Stability AI uses </a:t>
            </a:r>
            <a:r>
              <a:rPr lang="en-US" sz="2600" b="1" dirty="0"/>
              <a:t>Stable Diffusion</a:t>
            </a:r>
            <a:r>
              <a:rPr lang="en-US" sz="2600" dirty="0"/>
              <a:t>, a powerful image generation model. It works in the following steps:</a:t>
            </a:r>
          </a:p>
          <a:p>
            <a:pPr algn="just"/>
            <a:r>
              <a:rPr lang="en-US" sz="2600" b="1" dirty="0"/>
              <a:t>Input Text Prompt</a:t>
            </a:r>
            <a:r>
              <a:rPr lang="en-US" sz="2600" dirty="0"/>
              <a:t>: The user provides a description or summary.</a:t>
            </a:r>
          </a:p>
          <a:p>
            <a:pPr algn="just"/>
            <a:r>
              <a:rPr lang="en-US" sz="2600" b="1" dirty="0"/>
              <a:t>Text Processing</a:t>
            </a:r>
            <a:r>
              <a:rPr lang="en-US" sz="2600" dirty="0"/>
              <a:t>: The model converts the text into a hidden representation (embedding).</a:t>
            </a:r>
          </a:p>
          <a:p>
            <a:pPr algn="just"/>
            <a:r>
              <a:rPr lang="en-US" sz="2600" b="1" dirty="0"/>
              <a:t>Image Generation (Diffusion Process)</a:t>
            </a:r>
            <a:r>
              <a:rPr lang="en-US" sz="2600" dirty="0"/>
              <a:t>:</a:t>
            </a:r>
          </a:p>
          <a:p>
            <a:pPr lvl="1" algn="just"/>
            <a:r>
              <a:rPr lang="en-US" sz="2000" dirty="0"/>
              <a:t>Starts with random noise.</a:t>
            </a:r>
          </a:p>
          <a:p>
            <a:pPr lvl="1" algn="just"/>
            <a:r>
              <a:rPr lang="en-US" sz="2000" dirty="0"/>
              <a:t>Gradually removes the noise step-by-step, guided by the meaning of the text.</a:t>
            </a:r>
          </a:p>
          <a:p>
            <a:pPr algn="just"/>
            <a:r>
              <a:rPr lang="en-US" sz="2600" b="1" dirty="0"/>
              <a:t>Final Output</a:t>
            </a:r>
            <a:r>
              <a:rPr lang="en-US" sz="2600" dirty="0"/>
              <a:t>: A clear, high-quality image matching the input prompt is produced.</a:t>
            </a:r>
          </a:p>
          <a:p>
            <a:pPr algn="just"/>
            <a:r>
              <a:rPr lang="en-US" sz="2600" dirty="0"/>
              <a:t>This process allows us to create visuals based on the content or summary of a page in the book.</a:t>
            </a:r>
          </a:p>
          <a:p>
            <a:pPr marL="0" indent="0" algn="just">
              <a:buNone/>
            </a:pPr>
            <a:endParaRPr lang="en-IN" sz="2600" dirty="0"/>
          </a:p>
          <a:p>
            <a:pPr marL="0" indent="0" algn="just">
              <a:buNone/>
            </a:pPr>
            <a:r>
              <a:rPr lang="en-IN" sz="2600" dirty="0"/>
              <a:t>3. </a:t>
            </a:r>
            <a:r>
              <a:rPr lang="en-IN" sz="2600" b="1" dirty="0"/>
              <a:t>For Frontend</a:t>
            </a:r>
          </a:p>
          <a:p>
            <a:pPr algn="just"/>
            <a:r>
              <a:rPr lang="en-IN" sz="2600" dirty="0"/>
              <a:t>HTML/CSS/JavaScript: Standard web technologies for the user interface.</a:t>
            </a:r>
          </a:p>
          <a:p>
            <a:pPr algn="just"/>
            <a:r>
              <a:rPr lang="en-IN" sz="2600" dirty="0"/>
              <a:t>pdf.js (via CDN): For rendering PDF files in the browser.</a:t>
            </a:r>
          </a:p>
          <a:p>
            <a:pPr algn="just"/>
            <a:r>
              <a:rPr lang="en-IN" sz="2600" dirty="0"/>
              <a:t>@google/model-viewer (via CDN): For displaying 3D models in the </a:t>
            </a:r>
            <a:r>
              <a:rPr lang="en-IN" sz="2600" dirty="0" err="1"/>
              <a:t>br</a:t>
            </a:r>
            <a:endParaRPr lang="en-IN" dirty="0"/>
          </a:p>
        </p:txBody>
      </p:sp>
    </p:spTree>
    <p:extLst>
      <p:ext uri="{BB962C8B-B14F-4D97-AF65-F5344CB8AC3E}">
        <p14:creationId xmlns:p14="http://schemas.microsoft.com/office/powerpoint/2010/main" val="4130401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2154140" y="767234"/>
            <a:ext cx="7883720" cy="759589"/>
          </a:xfrm>
          <a:prstGeom prst="rect">
            <a:avLst/>
          </a:prstGeom>
        </p:spPr>
        <p:txBody>
          <a:bodyP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4000" b="1" dirty="0">
                <a:latin typeface="Times New Roman" panose="02020603050405020304" charset="0"/>
                <a:cs typeface="Times New Roman" panose="02020603050405020304" charset="0"/>
              </a:rPr>
              <a:t>Module’s </a:t>
            </a:r>
            <a:r>
              <a:rPr lang="en-IN" sz="4000" b="1" dirty="0">
                <a:latin typeface="Times New Roman" panose="02020603050405020304" charset="0"/>
                <a:cs typeface="Times New Roman" panose="02020603050405020304" charset="0"/>
              </a:rPr>
              <a:t>Developed </a:t>
            </a:r>
            <a:endParaRPr lang="en-US" sz="4000" b="1" dirty="0">
              <a:latin typeface="Times New Roman" panose="02020603050405020304" charset="0"/>
              <a:cs typeface="Times New Roman" panose="02020603050405020304" charset="0"/>
            </a:endParaRPr>
          </a:p>
        </p:txBody>
      </p:sp>
      <p:graphicFrame>
        <p:nvGraphicFramePr>
          <p:cNvPr id="3" name="Content Placeholder 6"/>
          <p:cNvGraphicFramePr/>
          <p:nvPr>
            <p:extLst>
              <p:ext uri="{D42A27DB-BD31-4B8C-83A1-F6EECF244321}">
                <p14:modId xmlns:p14="http://schemas.microsoft.com/office/powerpoint/2010/main" val="1141785385"/>
              </p:ext>
            </p:extLst>
          </p:nvPr>
        </p:nvGraphicFramePr>
        <p:xfrm>
          <a:off x="841665" y="2033243"/>
          <a:ext cx="9431481" cy="3376397"/>
        </p:xfrm>
        <a:graphic>
          <a:graphicData uri="http://schemas.openxmlformats.org/drawingml/2006/table">
            <a:tbl>
              <a:tblPr firstRow="1" bandRow="1">
                <a:tableStyleId>{3B4B98B0-60AC-42C2-AFA5-B58CD77FA1E5}</a:tableStyleId>
              </a:tblPr>
              <a:tblGrid>
                <a:gridCol w="6420974">
                  <a:extLst>
                    <a:ext uri="{9D8B030D-6E8A-4147-A177-3AD203B41FA5}">
                      <a16:colId xmlns:a16="http://schemas.microsoft.com/office/drawing/2014/main" val="20000"/>
                    </a:ext>
                  </a:extLst>
                </a:gridCol>
                <a:gridCol w="3010507">
                  <a:extLst>
                    <a:ext uri="{9D8B030D-6E8A-4147-A177-3AD203B41FA5}">
                      <a16:colId xmlns:a16="http://schemas.microsoft.com/office/drawing/2014/main" val="20001"/>
                    </a:ext>
                  </a:extLst>
                </a:gridCol>
              </a:tblGrid>
              <a:tr h="845041">
                <a:tc>
                  <a:txBody>
                    <a:bodyPr/>
                    <a:lstStyle/>
                    <a:p>
                      <a:pPr algn="ctr">
                        <a:lnSpc>
                          <a:spcPct val="200000"/>
                        </a:lnSpc>
                        <a:buNone/>
                      </a:pPr>
                      <a:r>
                        <a:rPr lang="en-US" sz="2400" dirty="0">
                          <a:solidFill>
                            <a:schemeClr val="tx1"/>
                          </a:solidFill>
                          <a:latin typeface="Times New Roman" panose="02020603050405020304" charset="0"/>
                          <a:cs typeface="Times New Roman" panose="02020603050405020304" charset="0"/>
                        </a:rPr>
                        <a:t>Module’s</a:t>
                      </a:r>
                    </a:p>
                  </a:txBody>
                  <a:tcPr marL="68580" marR="68580" marT="34290" marB="34290" anchor="ctr">
                    <a:lnL w="12700">
                      <a:solidFill>
                        <a:schemeClr val="tx1"/>
                      </a:solidFill>
                      <a:prstDash val="solid"/>
                    </a:lnL>
                    <a:lnR w="12700">
                      <a:solidFill>
                        <a:schemeClr val="tx1"/>
                      </a:solidFill>
                      <a:prstDash val="solid"/>
                    </a:lnR>
                    <a:lnT w="12700">
                      <a:solidFill>
                        <a:schemeClr val="tx1"/>
                      </a:solidFill>
                      <a:prstDash val="solid"/>
                    </a:lnT>
                    <a:lnB>
                      <a:noFill/>
                    </a:lnB>
                    <a:lnTlToBr>
                      <a:noFill/>
                    </a:lnTlToBr>
                    <a:lnBlToTr>
                      <a:noFill/>
                    </a:lnBlToTr>
                    <a:solidFill>
                      <a:schemeClr val="bg2">
                        <a:lumMod val="75000"/>
                      </a:schemeClr>
                    </a:solidFill>
                  </a:tcPr>
                </a:tc>
                <a:tc>
                  <a:txBody>
                    <a:bodyPr/>
                    <a:lstStyle/>
                    <a:p>
                      <a:pPr algn="ctr">
                        <a:lnSpc>
                          <a:spcPct val="200000"/>
                        </a:lnSpc>
                        <a:buNone/>
                      </a:pPr>
                      <a:r>
                        <a:rPr lang="en-US" sz="1800">
                          <a:solidFill>
                            <a:schemeClr val="tx1"/>
                          </a:solidFill>
                          <a:latin typeface="Times New Roman" panose="02020603050405020304" charset="0"/>
                          <a:cs typeface="Times New Roman" panose="02020603050405020304" charset="0"/>
                        </a:rPr>
                        <a:t>Status</a:t>
                      </a:r>
                    </a:p>
                  </a:txBody>
                  <a:tcPr marL="68580" marR="68580" marT="34290" marB="34290" anchor="ctr">
                    <a:lnL w="12700">
                      <a:solidFill>
                        <a:schemeClr val="tx1"/>
                      </a:solidFill>
                      <a:prstDash val="solid"/>
                    </a:lnL>
                    <a:lnR w="12700">
                      <a:solidFill>
                        <a:schemeClr val="tx1"/>
                      </a:solidFill>
                      <a:prstDash val="solid"/>
                    </a:lnR>
                    <a:lnT w="12700">
                      <a:solidFill>
                        <a:schemeClr val="tx1"/>
                      </a:solidFill>
                      <a:prstDash val="solid"/>
                    </a:lnT>
                    <a:lnB>
                      <a:noFill/>
                    </a:lnB>
                    <a:lnTlToBr>
                      <a:noFill/>
                    </a:lnTlToBr>
                    <a:lnBlToTr>
                      <a:noFill/>
                    </a:lnBlToTr>
                    <a:solidFill>
                      <a:schemeClr val="bg2">
                        <a:lumMod val="75000"/>
                      </a:schemeClr>
                    </a:solidFill>
                  </a:tcPr>
                </a:tc>
                <a:extLst>
                  <a:ext uri="{0D108BD9-81ED-4DB2-BD59-A6C34878D82A}">
                    <a16:rowId xmlns:a16="http://schemas.microsoft.com/office/drawing/2014/main" val="10000"/>
                  </a:ext>
                </a:extLst>
              </a:tr>
              <a:tr h="632839">
                <a:tc>
                  <a:txBody>
                    <a:bodyPr/>
                    <a:lstStyle/>
                    <a:p>
                      <a:pPr>
                        <a:lnSpc>
                          <a:spcPct val="200000"/>
                        </a:lnSpc>
                        <a:buNone/>
                      </a:pPr>
                      <a:r>
                        <a:rPr lang="en-US" sz="1800" dirty="0">
                          <a:solidFill>
                            <a:schemeClr val="tx1"/>
                          </a:solidFill>
                          <a:latin typeface="Times New Roman" panose="02020603050405020304" charset="0"/>
                          <a:cs typeface="Times New Roman" panose="02020603050405020304" charset="0"/>
                        </a:rPr>
                        <a:t>Module - 1 : Book Upload and File Handling</a:t>
                      </a:r>
                    </a:p>
                  </a:txBody>
                  <a:tcPr marL="68580" marR="68580" marT="34290" marB="34290">
                    <a:lnL w="12700">
                      <a:solidFill>
                        <a:schemeClr val="tx1"/>
                      </a:solidFill>
                      <a:prstDash val="solid"/>
                    </a:lnL>
                    <a:lnR w="12700">
                      <a:solidFill>
                        <a:schemeClr val="tx1"/>
                      </a:solidFill>
                      <a:prstDash val="solid"/>
                    </a:lnR>
                    <a:lnT>
                      <a:noFill/>
                    </a:lnT>
                    <a:lnB>
                      <a:noFill/>
                    </a:lnB>
                    <a:lnTlToBr>
                      <a:noFill/>
                    </a:lnTlToBr>
                    <a:lnBlToTr>
                      <a:noFill/>
                    </a:lnBlToTr>
                    <a:solidFill>
                      <a:schemeClr val="bg2"/>
                    </a:solidFill>
                  </a:tcPr>
                </a:tc>
                <a:tc>
                  <a:txBody>
                    <a:bodyPr/>
                    <a:lstStyle/>
                    <a:p>
                      <a:pPr algn="ctr">
                        <a:lnSpc>
                          <a:spcPct val="200000"/>
                        </a:lnSpc>
                        <a:buNone/>
                      </a:pPr>
                      <a:r>
                        <a:rPr lang="en-US" sz="1800">
                          <a:solidFill>
                            <a:schemeClr val="tx1"/>
                          </a:solidFill>
                          <a:latin typeface="Times New Roman" panose="02020603050405020304" charset="0"/>
                          <a:cs typeface="Times New Roman" panose="02020603050405020304" charset="0"/>
                        </a:rPr>
                        <a:t>Completed</a:t>
                      </a:r>
                    </a:p>
                  </a:txBody>
                  <a:tcPr marL="68580" marR="68580" marT="34290" marB="34290">
                    <a:lnL w="12700">
                      <a:solidFill>
                        <a:schemeClr val="tx1"/>
                      </a:solidFill>
                      <a:prstDash val="solid"/>
                    </a:lnL>
                    <a:lnR w="12700">
                      <a:solidFill>
                        <a:schemeClr val="tx1"/>
                      </a:solidFill>
                      <a:prstDash val="solid"/>
                    </a:lnR>
                    <a:lnT>
                      <a:noFill/>
                    </a:lnT>
                    <a:lnB>
                      <a:noFill/>
                    </a:lnB>
                    <a:lnTlToBr>
                      <a:noFill/>
                    </a:lnTlToBr>
                    <a:lnBlToTr>
                      <a:noFill/>
                    </a:lnBlToTr>
                    <a:solidFill>
                      <a:schemeClr val="bg2"/>
                    </a:solidFill>
                  </a:tcPr>
                </a:tc>
                <a:extLst>
                  <a:ext uri="{0D108BD9-81ED-4DB2-BD59-A6C34878D82A}">
                    <a16:rowId xmlns:a16="http://schemas.microsoft.com/office/drawing/2014/main" val="10001"/>
                  </a:ext>
                </a:extLst>
              </a:tr>
              <a:tr h="632839">
                <a:tc>
                  <a:txBody>
                    <a:bodyPr/>
                    <a:lstStyle/>
                    <a:p>
                      <a:pPr>
                        <a:lnSpc>
                          <a:spcPct val="200000"/>
                        </a:lnSpc>
                        <a:buNone/>
                      </a:pPr>
                      <a:r>
                        <a:rPr lang="en-US" sz="1800" dirty="0">
                          <a:solidFill>
                            <a:schemeClr val="tx1"/>
                          </a:solidFill>
                          <a:latin typeface="Times New Roman" panose="02020603050405020304" charset="0"/>
                          <a:cs typeface="Times New Roman" panose="02020603050405020304" charset="0"/>
                          <a:sym typeface="+mn-ea"/>
                        </a:rPr>
                        <a:t>Module - 2 : AR Content Mapping</a:t>
                      </a:r>
                      <a:endParaRPr lang="en-US" altLang="en-US" sz="1800" dirty="0">
                        <a:solidFill>
                          <a:schemeClr val="tx1"/>
                        </a:solidFill>
                        <a:latin typeface="Times New Roman" panose="02020603050405020304" charset="0"/>
                        <a:cs typeface="Times New Roman" panose="02020603050405020304" charset="0"/>
                        <a:sym typeface="+mn-ea"/>
                      </a:endParaRPr>
                    </a:p>
                  </a:txBody>
                  <a:tcPr marL="68580" marR="68580" marT="34290" marB="34290">
                    <a:lnL w="12700">
                      <a:solidFill>
                        <a:schemeClr val="tx1"/>
                      </a:solidFill>
                      <a:prstDash val="solid"/>
                    </a:lnL>
                    <a:lnR w="12700">
                      <a:solidFill>
                        <a:schemeClr val="tx1"/>
                      </a:solidFill>
                      <a:prstDash val="solid"/>
                    </a:lnR>
                    <a:lnT>
                      <a:noFill/>
                    </a:lnT>
                    <a:lnB>
                      <a:noFill/>
                    </a:lnB>
                    <a:lnTlToBr>
                      <a:noFill/>
                    </a:lnTlToBr>
                    <a:lnBlToTr>
                      <a:noFill/>
                    </a:lnBlToTr>
                    <a:noFill/>
                  </a:tcPr>
                </a:tc>
                <a:tc>
                  <a:txBody>
                    <a:bodyPr/>
                    <a:lstStyle/>
                    <a:p>
                      <a:pPr algn="ctr">
                        <a:lnSpc>
                          <a:spcPct val="200000"/>
                        </a:lnSpc>
                        <a:buNone/>
                      </a:pPr>
                      <a:r>
                        <a:rPr lang="en-US" sz="1800" dirty="0">
                          <a:solidFill>
                            <a:schemeClr val="tx1"/>
                          </a:solidFill>
                          <a:latin typeface="Times New Roman" panose="02020603050405020304" charset="0"/>
                          <a:cs typeface="Times New Roman" panose="02020603050405020304" charset="0"/>
                          <a:sym typeface="+mn-ea"/>
                        </a:rPr>
                        <a:t>Completed</a:t>
                      </a:r>
                    </a:p>
                  </a:txBody>
                  <a:tcPr marL="68580" marR="68580" marT="34290" marB="34290">
                    <a:lnL w="12700">
                      <a:solidFill>
                        <a:schemeClr val="tx1"/>
                      </a:solidFill>
                      <a:prstDash val="solid"/>
                    </a:lnL>
                    <a:lnR w="12700">
                      <a:solidFill>
                        <a:schemeClr val="tx1"/>
                      </a:solidFill>
                      <a:prstDash val="solid"/>
                    </a:lnR>
                    <a:lnT>
                      <a:noFill/>
                    </a:lnT>
                    <a:lnB>
                      <a:noFill/>
                    </a:lnB>
                    <a:lnTlToBr>
                      <a:noFill/>
                    </a:lnTlToBr>
                    <a:lnBlToTr>
                      <a:noFill/>
                    </a:lnBlToTr>
                    <a:noFill/>
                  </a:tcPr>
                </a:tc>
                <a:extLst>
                  <a:ext uri="{0D108BD9-81ED-4DB2-BD59-A6C34878D82A}">
                    <a16:rowId xmlns:a16="http://schemas.microsoft.com/office/drawing/2014/main" val="10002"/>
                  </a:ext>
                </a:extLst>
              </a:tr>
              <a:tr h="632839">
                <a:tc>
                  <a:txBody>
                    <a:bodyPr/>
                    <a:lstStyle/>
                    <a:p>
                      <a:pPr>
                        <a:lnSpc>
                          <a:spcPct val="200000"/>
                        </a:lnSpc>
                        <a:buNone/>
                      </a:pPr>
                      <a:r>
                        <a:rPr lang="en-US" sz="1800" dirty="0">
                          <a:solidFill>
                            <a:schemeClr val="tx1"/>
                          </a:solidFill>
                          <a:latin typeface="Times New Roman" panose="02020603050405020304" charset="0"/>
                          <a:cs typeface="Times New Roman" panose="02020603050405020304" charset="0"/>
                          <a:sym typeface="+mn-ea"/>
                        </a:rPr>
                        <a:t>Module - 3 : Summarization and AR Content Generation</a:t>
                      </a:r>
                    </a:p>
                  </a:txBody>
                  <a:tcPr marL="68580" marR="68580" marT="34290" marB="34290">
                    <a:lnL w="12700">
                      <a:solidFill>
                        <a:schemeClr val="tx1"/>
                      </a:solidFill>
                      <a:prstDash val="solid"/>
                    </a:lnL>
                    <a:lnR w="12700">
                      <a:solidFill>
                        <a:schemeClr val="tx1"/>
                      </a:solidFill>
                      <a:prstDash val="solid"/>
                    </a:lnR>
                    <a:lnT>
                      <a:noFill/>
                    </a:lnT>
                    <a:lnB>
                      <a:noFill/>
                    </a:lnB>
                    <a:lnTlToBr>
                      <a:noFill/>
                    </a:lnTlToBr>
                    <a:lnBlToTr>
                      <a:noFill/>
                    </a:lnBlToTr>
                    <a:solidFill>
                      <a:schemeClr val="bg2"/>
                    </a:solidFill>
                  </a:tcPr>
                </a:tc>
                <a:tc>
                  <a:txBody>
                    <a:bodyPr/>
                    <a:lstStyle/>
                    <a:p>
                      <a:pPr algn="ctr">
                        <a:lnSpc>
                          <a:spcPct val="200000"/>
                        </a:lnSpc>
                        <a:buNone/>
                      </a:pPr>
                      <a:r>
                        <a:rPr lang="en-US" sz="1800" dirty="0">
                          <a:solidFill>
                            <a:schemeClr val="tx1"/>
                          </a:solidFill>
                          <a:latin typeface="Times New Roman" panose="02020603050405020304" charset="0"/>
                          <a:cs typeface="Times New Roman" panose="02020603050405020304" charset="0"/>
                          <a:sym typeface="+mn-ea"/>
                        </a:rPr>
                        <a:t>Completed</a:t>
                      </a:r>
                    </a:p>
                  </a:txBody>
                  <a:tcPr marL="68580" marR="68580" marT="34290" marB="34290">
                    <a:lnL w="12700">
                      <a:solidFill>
                        <a:schemeClr val="tx1"/>
                      </a:solidFill>
                      <a:prstDash val="solid"/>
                    </a:lnL>
                    <a:lnR w="12700">
                      <a:solidFill>
                        <a:schemeClr val="tx1"/>
                      </a:solidFill>
                      <a:prstDash val="solid"/>
                    </a:lnR>
                    <a:lnT>
                      <a:noFill/>
                    </a:lnT>
                    <a:lnB>
                      <a:noFill/>
                    </a:lnB>
                    <a:lnTlToBr>
                      <a:noFill/>
                    </a:lnTlToBr>
                    <a:lnBlToTr>
                      <a:noFill/>
                    </a:lnBlToTr>
                    <a:solidFill>
                      <a:schemeClr val="bg2"/>
                    </a:solidFill>
                  </a:tcPr>
                </a:tc>
                <a:extLst>
                  <a:ext uri="{0D108BD9-81ED-4DB2-BD59-A6C34878D82A}">
                    <a16:rowId xmlns:a16="http://schemas.microsoft.com/office/drawing/2014/main" val="10003"/>
                  </a:ext>
                </a:extLst>
              </a:tr>
              <a:tr h="632839">
                <a:tc>
                  <a:txBody>
                    <a:bodyPr/>
                    <a:lstStyle/>
                    <a:p>
                      <a:pPr>
                        <a:lnSpc>
                          <a:spcPct val="200000"/>
                        </a:lnSpc>
                        <a:buNone/>
                      </a:pPr>
                      <a:r>
                        <a:rPr lang="en-US" sz="1800" dirty="0">
                          <a:solidFill>
                            <a:schemeClr val="tx1"/>
                          </a:solidFill>
                          <a:latin typeface="Times New Roman" panose="02020603050405020304" charset="0"/>
                          <a:cs typeface="Times New Roman" panose="02020603050405020304" charset="0"/>
                          <a:sym typeface="+mn-ea"/>
                        </a:rPr>
                        <a:t>Module - 4 : AR content Rendering and user interaction</a:t>
                      </a:r>
                    </a:p>
                  </a:txBody>
                  <a:tcPr marL="68580" marR="68580" marT="34290" marB="34290">
                    <a:lnL w="12700">
                      <a:solidFill>
                        <a:schemeClr val="tx1"/>
                      </a:solidFill>
                      <a:prstDash val="solid"/>
                    </a:lnL>
                    <a:lnR w="12700">
                      <a:solidFill>
                        <a:schemeClr val="tx1"/>
                      </a:solidFill>
                      <a:prstDash val="solid"/>
                    </a:lnR>
                    <a:lnT>
                      <a:noFill/>
                    </a:lnT>
                    <a:lnB w="12700">
                      <a:solidFill>
                        <a:schemeClr val="tx1"/>
                      </a:solidFill>
                      <a:prstDash val="solid"/>
                    </a:lnB>
                    <a:lnTlToBr>
                      <a:noFill/>
                    </a:lnTlToBr>
                    <a:lnBlToTr>
                      <a:noFill/>
                    </a:lnBlToTr>
                    <a:noFill/>
                  </a:tcPr>
                </a:tc>
                <a:tc>
                  <a:txBody>
                    <a:bodyPr/>
                    <a:lstStyle/>
                    <a:p>
                      <a:pPr algn="ctr">
                        <a:lnSpc>
                          <a:spcPct val="200000"/>
                        </a:lnSpc>
                        <a:buNone/>
                      </a:pPr>
                      <a:r>
                        <a:rPr lang="en-US" sz="1800" dirty="0">
                          <a:solidFill>
                            <a:schemeClr val="tx1"/>
                          </a:solidFill>
                          <a:latin typeface="Times New Roman" panose="02020603050405020304" charset="0"/>
                          <a:cs typeface="Times New Roman" panose="02020603050405020304" charset="0"/>
                        </a:rPr>
                        <a:t>Completed</a:t>
                      </a:r>
                    </a:p>
                  </a:txBody>
                  <a:tcPr marL="68580" marR="68580" marT="34290" marB="34290">
                    <a:lnL w="12700">
                      <a:solidFill>
                        <a:schemeClr val="tx1"/>
                      </a:solidFill>
                      <a:prstDash val="solid"/>
                    </a:lnL>
                    <a:lnR w="12700">
                      <a:solidFill>
                        <a:schemeClr val="tx1"/>
                      </a:solidFill>
                      <a:prstDash val="solid"/>
                    </a:lnR>
                    <a:lnT>
                      <a:noFill/>
                    </a:lnT>
                    <a:lnB w="12700">
                      <a:solidFill>
                        <a:schemeClr val="tx1"/>
                      </a:solidFill>
                      <a:prstDash val="soli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21302-D044-85A8-0F2F-1A3AF9910F34}"/>
              </a:ext>
            </a:extLst>
          </p:cNvPr>
          <p:cNvSpPr>
            <a:spLocks noGrp="1"/>
          </p:cNvSpPr>
          <p:nvPr>
            <p:ph type="title"/>
          </p:nvPr>
        </p:nvSpPr>
        <p:spPr>
          <a:xfrm>
            <a:off x="965940" y="152123"/>
            <a:ext cx="10608704" cy="855795"/>
          </a:xfrm>
        </p:spPr>
        <p:txBody>
          <a:bodyPr>
            <a:normAutofit/>
          </a:bodyPr>
          <a:lstStyle/>
          <a:p>
            <a:r>
              <a:rPr lang="en-IN" sz="3200" b="1" dirty="0">
                <a:latin typeface="Times New Roman" panose="02020603050405020304" pitchFamily="18" charset="0"/>
                <a:cs typeface="Times New Roman" panose="02020603050405020304" pitchFamily="18" charset="0"/>
              </a:rPr>
              <a:t>Module 1 </a:t>
            </a:r>
            <a:r>
              <a:rPr lang="en-IN" sz="4000" b="1"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Book upload and file Handling </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0E69FE7-038C-0976-E33D-06C9E974EAE6}"/>
              </a:ext>
            </a:extLst>
          </p:cNvPr>
          <p:cNvSpPr>
            <a:spLocks noGrp="1"/>
          </p:cNvSpPr>
          <p:nvPr>
            <p:ph idx="1"/>
          </p:nvPr>
        </p:nvSpPr>
        <p:spPr>
          <a:xfrm>
            <a:off x="965940" y="1267692"/>
            <a:ext cx="9071678" cy="4395354"/>
          </a:xfrm>
        </p:spPr>
        <p:txBody>
          <a:bodyPr/>
          <a:lstStyle/>
          <a:p>
            <a:endParaRPr lang="en-US" dirty="0"/>
          </a:p>
          <a:p>
            <a:pPr algn="just"/>
            <a:r>
              <a:rPr lang="en-US" dirty="0"/>
              <a:t>Objective of Book Upload and File Handling</a:t>
            </a:r>
          </a:p>
          <a:p>
            <a:pPr algn="just"/>
            <a:r>
              <a:rPr lang="en-US" dirty="0"/>
              <a:t>Enable users (students/teachers) to </a:t>
            </a:r>
            <a:r>
              <a:rPr lang="en-US" b="1" dirty="0"/>
              <a:t>upload book content (PDFs)</a:t>
            </a:r>
            <a:r>
              <a:rPr lang="en-US" dirty="0"/>
              <a:t>.</a:t>
            </a:r>
          </a:p>
          <a:p>
            <a:pPr algn="just"/>
            <a:r>
              <a:rPr lang="en-US" dirty="0"/>
              <a:t>Act as the entry point for transforming books into </a:t>
            </a:r>
            <a:r>
              <a:rPr lang="en-US" b="1" dirty="0"/>
              <a:t>interactive AR experiences</a:t>
            </a:r>
            <a:r>
              <a:rPr lang="en-US" dirty="0"/>
              <a:t>.</a:t>
            </a:r>
          </a:p>
          <a:p>
            <a:pPr algn="just"/>
            <a:r>
              <a:rPr lang="en-US" dirty="0"/>
              <a:t>Manage </a:t>
            </a:r>
            <a:r>
              <a:rPr lang="en-US" b="1" dirty="0"/>
              <a:t>file validation, storage, and metadata extraction</a:t>
            </a:r>
            <a:r>
              <a:rPr lang="en-US" dirty="0"/>
              <a: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977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C74FC-097A-0662-98B7-65BD6BBF653A}"/>
              </a:ext>
            </a:extLst>
          </p:cNvPr>
          <p:cNvSpPr>
            <a:spLocks noGrp="1"/>
          </p:cNvSpPr>
          <p:nvPr>
            <p:ph type="title"/>
          </p:nvPr>
        </p:nvSpPr>
        <p:spPr>
          <a:xfrm>
            <a:off x="259774" y="145473"/>
            <a:ext cx="11083636" cy="592282"/>
          </a:xfrm>
        </p:spPr>
        <p:txBody>
          <a:bodyPr>
            <a:normAutofit fontScale="90000"/>
          </a:bodyPr>
          <a:lstStyle/>
          <a:p>
            <a:r>
              <a:rPr lang="en-IN" b="1" dirty="0"/>
              <a:t>KEY FEATURES  </a:t>
            </a:r>
          </a:p>
        </p:txBody>
      </p:sp>
      <p:sp>
        <p:nvSpPr>
          <p:cNvPr id="4" name="Rectangle 1">
            <a:extLst>
              <a:ext uri="{FF2B5EF4-FFF2-40B4-BE49-F238E27FC236}">
                <a16:creationId xmlns:a16="http://schemas.microsoft.com/office/drawing/2014/main" id="{D5E1C060-5CC6-EF5E-D34A-6D19384529E7}"/>
              </a:ext>
            </a:extLst>
          </p:cNvPr>
          <p:cNvSpPr>
            <a:spLocks noGrp="1" noChangeArrowheads="1"/>
          </p:cNvSpPr>
          <p:nvPr>
            <p:ph idx="1"/>
          </p:nvPr>
        </p:nvSpPr>
        <p:spPr bwMode="auto">
          <a:xfrm>
            <a:off x="0" y="727364"/>
            <a:ext cx="11911446" cy="5868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fontAlgn="base"/>
            <a:r>
              <a:rPr lang="en-US" sz="2400" b="1" dirty="0"/>
              <a:t>Frontend Interface (index.html, main.js):</a:t>
            </a:r>
            <a:r>
              <a:rPr lang="en-US" sz="2400" dirty="0"/>
              <a:t> The </a:t>
            </a:r>
            <a:r>
              <a:rPr lang="en-US" sz="2400" b="1" dirty="0"/>
              <a:t>index.html</a:t>
            </a:r>
            <a:r>
              <a:rPr lang="en-US" sz="2400" dirty="0"/>
              <a:t> provides the user interface for uploads, while </a:t>
            </a:r>
            <a:r>
              <a:rPr lang="en-US" sz="2400" b="1" dirty="0"/>
              <a:t>main.js</a:t>
            </a:r>
            <a:r>
              <a:rPr lang="en-US" sz="2400" dirty="0"/>
              <a:t> handles client-side logic, file selection, validation, and initiates API calls to the backend. </a:t>
            </a:r>
          </a:p>
          <a:p>
            <a:pPr fontAlgn="base"/>
            <a:r>
              <a:rPr lang="en-US" sz="2400" b="1" dirty="0"/>
              <a:t>Backend Upload Endpoint (server.js - /upload-pdf):</a:t>
            </a:r>
            <a:r>
              <a:rPr lang="en-US" sz="2400" dirty="0"/>
              <a:t> The /upload-pdf endpoint in </a:t>
            </a:r>
            <a:r>
              <a:rPr lang="en-US" sz="2400" b="1" dirty="0"/>
              <a:t>server.js</a:t>
            </a:r>
            <a:r>
              <a:rPr lang="en-US" sz="2400" dirty="0"/>
              <a:t> receives incoming PDF files. It uses </a:t>
            </a:r>
            <a:r>
              <a:rPr lang="en-US" sz="2400" b="1" dirty="0"/>
              <a:t>Multer</a:t>
            </a:r>
            <a:r>
              <a:rPr lang="en-US" sz="2400" dirty="0"/>
              <a:t> middleware to parse multipart/form-data requests, efficiently extracting the PDF for server-side processing. </a:t>
            </a:r>
          </a:p>
          <a:p>
            <a:pPr fontAlgn="base"/>
            <a:r>
              <a:rPr lang="en-US" sz="2400" b="1" dirty="0"/>
              <a:t>Secure File Storage (MongoDB via </a:t>
            </a:r>
            <a:r>
              <a:rPr lang="en-US" sz="2400" b="1" dirty="0" err="1"/>
              <a:t>GridFS</a:t>
            </a:r>
            <a:r>
              <a:rPr lang="en-US" sz="2400" b="1" dirty="0"/>
              <a:t>):</a:t>
            </a:r>
            <a:r>
              <a:rPr lang="en-US" sz="2400" dirty="0"/>
              <a:t> PDFs are stored in </a:t>
            </a:r>
            <a:r>
              <a:rPr lang="en-US" sz="2400" b="1" dirty="0"/>
              <a:t>MongoDB</a:t>
            </a:r>
            <a:r>
              <a:rPr lang="en-US" sz="2400" dirty="0"/>
              <a:t> leveraging </a:t>
            </a:r>
            <a:r>
              <a:rPr lang="en-US" sz="2400" b="1" dirty="0" err="1"/>
              <a:t>GridFS</a:t>
            </a:r>
            <a:r>
              <a:rPr lang="en-US" sz="2400" dirty="0"/>
              <a:t>, which is optimized for large binary files by dividing them into chunks. Essential metadata is stored in the </a:t>
            </a:r>
            <a:r>
              <a:rPr lang="en-US" sz="2400" b="1" dirty="0"/>
              <a:t>Book Schema</a:t>
            </a:r>
            <a:r>
              <a:rPr lang="en-US" sz="2400" dirty="0"/>
              <a:t> within MongoDB, managed by </a:t>
            </a:r>
            <a:r>
              <a:rPr lang="en-US" sz="2400" b="1" dirty="0"/>
              <a:t>Mongoose</a:t>
            </a:r>
            <a:r>
              <a:rPr lang="en-US" sz="2400" dirty="0"/>
              <a:t>, ensuring data consistency. </a:t>
            </a:r>
          </a:p>
          <a:p>
            <a:pPr fontAlgn="base"/>
            <a:r>
              <a:rPr lang="en-US" sz="2400" b="1" dirty="0"/>
              <a:t>Content Retrieval Endpoint (server.js - /file/:id):</a:t>
            </a:r>
            <a:r>
              <a:rPr lang="en-US" sz="2400" dirty="0"/>
              <a:t> This endpoint allows the frontend to request and stream stored PDF files for display. </a:t>
            </a:r>
          </a:p>
          <a:p>
            <a:pPr fontAlgn="base"/>
            <a:r>
              <a:rPr lang="en-US" sz="2400" b="1" dirty="0"/>
              <a:t>PDF Text Extraction (</a:t>
            </a:r>
            <a:r>
              <a:rPr lang="en-US" sz="2400" b="1" dirty="0" err="1"/>
              <a:t>pdfjs-dist</a:t>
            </a:r>
            <a:r>
              <a:rPr lang="en-US" sz="2400" b="1" dirty="0"/>
              <a:t>):</a:t>
            </a:r>
            <a:r>
              <a:rPr lang="en-US" sz="2400" dirty="0"/>
              <a:t> </a:t>
            </a:r>
            <a:r>
              <a:rPr lang="en-US" sz="2400" b="1" dirty="0" err="1"/>
              <a:t>pdfjs-dist</a:t>
            </a:r>
            <a:r>
              <a:rPr lang="en-US" sz="2400" dirty="0"/>
              <a:t> performs server-side text extraction from uploaded PDFs, programmatically reading their structure to extract all readable text, preparing it for 1AI-driven summarization</a:t>
            </a:r>
          </a:p>
          <a:p>
            <a:pPr marL="0" indent="0" eaLnBrk="0" fontAlgn="base" hangingPunct="0">
              <a:lnSpc>
                <a:spcPct val="100000"/>
              </a:lnSpc>
              <a:spcBef>
                <a:spcPct val="0"/>
              </a:spcBef>
              <a:spcAft>
                <a:spcPct val="0"/>
              </a:spcAft>
              <a:buNone/>
            </a:pPr>
            <a:endParaRPr lang="en-US" altLang="en-US" sz="1800" dirty="0">
              <a:latin typeface="Arial" panose="020B0604020202020204" pitchFamily="34" charset="0"/>
            </a:endParaRPr>
          </a:p>
        </p:txBody>
      </p:sp>
    </p:spTree>
    <p:extLst>
      <p:ext uri="{BB962C8B-B14F-4D97-AF65-F5344CB8AC3E}">
        <p14:creationId xmlns:p14="http://schemas.microsoft.com/office/powerpoint/2010/main" val="1997595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91EEC-8BE4-36B9-724B-6D45C4A5AA42}"/>
              </a:ext>
            </a:extLst>
          </p:cNvPr>
          <p:cNvSpPr>
            <a:spLocks noGrp="1"/>
          </p:cNvSpPr>
          <p:nvPr>
            <p:ph type="title"/>
          </p:nvPr>
        </p:nvSpPr>
        <p:spPr>
          <a:xfrm>
            <a:off x="838200" y="187037"/>
            <a:ext cx="10515600" cy="592282"/>
          </a:xfrm>
        </p:spPr>
        <p:txBody>
          <a:bodyPr>
            <a:normAutofit fontScale="90000"/>
          </a:bodyPr>
          <a:lstStyle/>
          <a:p>
            <a:r>
              <a:rPr lang="en-IN" sz="3600" b="1" dirty="0">
                <a:latin typeface="Times New Roman" panose="02020603050405020304" pitchFamily="18" charset="0"/>
                <a:cs typeface="Times New Roman" panose="02020603050405020304" pitchFamily="18" charset="0"/>
              </a:rPr>
              <a:t>Module 2:</a:t>
            </a:r>
            <a:r>
              <a:rPr lang="en-IN" b="1" dirty="0">
                <a:latin typeface="Times New Roman" panose="02020603050405020304" pitchFamily="18" charset="0"/>
                <a:cs typeface="Times New Roman" panose="02020603050405020304" pitchFamily="18" charset="0"/>
              </a:rPr>
              <a:t> </a:t>
            </a:r>
            <a:r>
              <a:rPr lang="en-IN" sz="3600" b="1" dirty="0">
                <a:latin typeface="Times New Roman" panose="02020603050405020304" pitchFamily="18" charset="0"/>
                <a:cs typeface="Times New Roman" panose="02020603050405020304" pitchFamily="18" charset="0"/>
              </a:rPr>
              <a:t>AR Content Mapping</a:t>
            </a:r>
            <a:endParaRPr lang="en-IN" dirty="0"/>
          </a:p>
        </p:txBody>
      </p:sp>
      <p:sp>
        <p:nvSpPr>
          <p:cNvPr id="3" name="Content Placeholder 2">
            <a:extLst>
              <a:ext uri="{FF2B5EF4-FFF2-40B4-BE49-F238E27FC236}">
                <a16:creationId xmlns:a16="http://schemas.microsoft.com/office/drawing/2014/main" id="{59B663E2-FAA4-71DB-4963-AECA2C098F9A}"/>
              </a:ext>
            </a:extLst>
          </p:cNvPr>
          <p:cNvSpPr>
            <a:spLocks noGrp="1"/>
          </p:cNvSpPr>
          <p:nvPr>
            <p:ph idx="1"/>
          </p:nvPr>
        </p:nvSpPr>
        <p:spPr>
          <a:xfrm>
            <a:off x="838200" y="1236518"/>
            <a:ext cx="9469582" cy="4940445"/>
          </a:xfrm>
        </p:spPr>
        <p:txBody>
          <a:bodyPr/>
          <a:lstStyle/>
          <a:p>
            <a:r>
              <a:rPr lang="en-US" dirty="0"/>
              <a:t>This module is dedicated to the </a:t>
            </a:r>
            <a:r>
              <a:rPr lang="en-US" b="1" dirty="0"/>
              <a:t>management, precise association, and efficient retrieval</a:t>
            </a:r>
            <a:r>
              <a:rPr lang="en-US" dirty="0"/>
              <a:t> of Augmented Reality (AR) content. Its core function is to establish and maintain the contextual relationship between AR assets and specific digital books, down to the individual page level, thereby enabling an integrated reading experience</a:t>
            </a:r>
          </a:p>
          <a:p>
            <a:r>
              <a:rPr lang="en-US" b="1" dirty="0"/>
              <a:t>Core Functionality:</a:t>
            </a:r>
            <a:r>
              <a:rPr lang="en-US" dirty="0"/>
              <a:t> This module enables users to upload various AR content types (e.g., images, 3D models). Crucially, it meticulously </a:t>
            </a:r>
            <a:r>
              <a:rPr lang="en-US" b="1" dirty="0"/>
              <a:t>maps these AR assets</a:t>
            </a:r>
            <a:r>
              <a:rPr lang="en-US" dirty="0"/>
              <a:t> to precise locations within the digital library—specifically, to unique </a:t>
            </a:r>
            <a:r>
              <a:rPr lang="en-US" dirty="0" err="1"/>
              <a:t>bookId</a:t>
            </a:r>
            <a:r>
              <a:rPr lang="en-US" dirty="0"/>
              <a:t> identifiers and corresponding </a:t>
            </a:r>
            <a:r>
              <a:rPr lang="en-US" dirty="0" err="1"/>
              <a:t>pageNumber</a:t>
            </a:r>
            <a:r>
              <a:rPr lang="en-US" dirty="0"/>
              <a:t> values. This ensures that AR experiences are delivered accurately and contextually. </a:t>
            </a:r>
            <a:endParaRPr lang="en-IN" dirty="0"/>
          </a:p>
          <a:p>
            <a:endParaRPr lang="en-IN" dirty="0"/>
          </a:p>
        </p:txBody>
      </p:sp>
    </p:spTree>
    <p:extLst>
      <p:ext uri="{BB962C8B-B14F-4D97-AF65-F5344CB8AC3E}">
        <p14:creationId xmlns:p14="http://schemas.microsoft.com/office/powerpoint/2010/main" val="17368328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65D6E-E31B-1F21-7B3B-8FDA8B1D7B42}"/>
              </a:ext>
            </a:extLst>
          </p:cNvPr>
          <p:cNvSpPr>
            <a:spLocks noGrp="1"/>
          </p:cNvSpPr>
          <p:nvPr>
            <p:ph type="title"/>
          </p:nvPr>
        </p:nvSpPr>
        <p:spPr>
          <a:xfrm>
            <a:off x="838200" y="365128"/>
            <a:ext cx="10515600" cy="840218"/>
          </a:xfrm>
        </p:spPr>
        <p:txBody>
          <a:bodyPr/>
          <a:lstStyle/>
          <a:p>
            <a:r>
              <a:rPr lang="en-IN" dirty="0"/>
              <a:t>KEY FEATURES</a:t>
            </a:r>
          </a:p>
        </p:txBody>
      </p:sp>
      <p:sp>
        <p:nvSpPr>
          <p:cNvPr id="3" name="Content Placeholder 2">
            <a:extLst>
              <a:ext uri="{FF2B5EF4-FFF2-40B4-BE49-F238E27FC236}">
                <a16:creationId xmlns:a16="http://schemas.microsoft.com/office/drawing/2014/main" id="{046A7418-4582-6F63-3246-62A08C97CE6C}"/>
              </a:ext>
            </a:extLst>
          </p:cNvPr>
          <p:cNvSpPr>
            <a:spLocks noGrp="1"/>
          </p:cNvSpPr>
          <p:nvPr>
            <p:ph idx="1"/>
          </p:nvPr>
        </p:nvSpPr>
        <p:spPr>
          <a:xfrm>
            <a:off x="838200" y="1278082"/>
            <a:ext cx="10515600" cy="4898881"/>
          </a:xfrm>
        </p:spPr>
        <p:txBody>
          <a:bodyPr>
            <a:normAutofit fontScale="77500" lnSpcReduction="20000"/>
          </a:bodyPr>
          <a:lstStyle/>
          <a:p>
            <a:pPr fontAlgn="base"/>
            <a:r>
              <a:rPr lang="en-US" sz="3600" b="1" dirty="0"/>
              <a:t>Key Components and Their Roles:</a:t>
            </a:r>
            <a:r>
              <a:rPr lang="en-US" sz="3600" dirty="0"/>
              <a:t> </a:t>
            </a:r>
          </a:p>
          <a:p>
            <a:pPr fontAlgn="base"/>
            <a:r>
              <a:rPr lang="en-US" b="1" dirty="0"/>
              <a:t>Frontend Interface (index.html, main.js):</a:t>
            </a:r>
            <a:r>
              <a:rPr lang="en-US" dirty="0"/>
              <a:t> </a:t>
            </a:r>
            <a:r>
              <a:rPr lang="en-US" b="1" dirty="0"/>
              <a:t>index.html</a:t>
            </a:r>
            <a:r>
              <a:rPr lang="en-US" dirty="0"/>
              <a:t> provides the UI for AR content upload and mapping. </a:t>
            </a:r>
            <a:r>
              <a:rPr lang="en-US" b="1" dirty="0"/>
              <a:t>main.js</a:t>
            </a:r>
            <a:r>
              <a:rPr lang="en-US" dirty="0"/>
              <a:t> handles client-side logic for file selection, mapping parameter capture, and initiating API calls. </a:t>
            </a:r>
          </a:p>
          <a:p>
            <a:pPr fontAlgn="base"/>
            <a:r>
              <a:rPr lang="en-US" b="1" dirty="0"/>
              <a:t>Backend Upload Endpoint (server.js - /upload-</a:t>
            </a:r>
            <a:r>
              <a:rPr lang="en-US" b="1" dirty="0" err="1"/>
              <a:t>ar</a:t>
            </a:r>
            <a:r>
              <a:rPr lang="en-US" b="1" dirty="0"/>
              <a:t>-content):</a:t>
            </a:r>
            <a:r>
              <a:rPr lang="en-US" dirty="0"/>
              <a:t> The /upload-</a:t>
            </a:r>
            <a:r>
              <a:rPr lang="en-US" dirty="0" err="1"/>
              <a:t>ar</a:t>
            </a:r>
            <a:r>
              <a:rPr lang="en-US" dirty="0"/>
              <a:t>-</a:t>
            </a:r>
            <a:r>
              <a:rPr lang="en-US" dirty="0" err="1"/>
              <a:t>ar</a:t>
            </a:r>
            <a:r>
              <a:rPr lang="en-US" dirty="0"/>
              <a:t>-content endpoint in </a:t>
            </a:r>
            <a:r>
              <a:rPr lang="en-US" b="1" dirty="0"/>
              <a:t>server.js</a:t>
            </a:r>
            <a:r>
              <a:rPr lang="en-US" dirty="0"/>
              <a:t> receives AR content files and mapping data, with </a:t>
            </a:r>
            <a:r>
              <a:rPr lang="en-US" b="1" dirty="0"/>
              <a:t>Multer</a:t>
            </a:r>
            <a:r>
              <a:rPr lang="en-US" dirty="0"/>
              <a:t> assisting in processing multipart/form-data requests. </a:t>
            </a:r>
          </a:p>
          <a:p>
            <a:pPr fontAlgn="base"/>
            <a:r>
              <a:rPr lang="en-US" b="1" dirty="0"/>
              <a:t>Storage and Metadata (MongoDB via </a:t>
            </a:r>
            <a:r>
              <a:rPr lang="en-US" b="1" dirty="0" err="1"/>
              <a:t>GridFS</a:t>
            </a:r>
            <a:r>
              <a:rPr lang="en-US" b="1" dirty="0"/>
              <a:t> and </a:t>
            </a:r>
            <a:r>
              <a:rPr lang="en-US" b="1" dirty="0" err="1"/>
              <a:t>ARContent</a:t>
            </a:r>
            <a:r>
              <a:rPr lang="en-US" b="1" dirty="0"/>
              <a:t> Schema):</a:t>
            </a:r>
            <a:r>
              <a:rPr lang="en-US" dirty="0"/>
              <a:t> AR content files are stored in </a:t>
            </a:r>
            <a:r>
              <a:rPr lang="en-US" b="1" dirty="0" err="1"/>
              <a:t>GridFS</a:t>
            </a:r>
            <a:r>
              <a:rPr lang="en-US" dirty="0"/>
              <a:t> for large binary data. Comprehensive metadata (e.g., </a:t>
            </a:r>
            <a:r>
              <a:rPr lang="en-US" dirty="0" err="1"/>
              <a:t>bookId</a:t>
            </a:r>
            <a:r>
              <a:rPr lang="en-US" dirty="0"/>
              <a:t>, </a:t>
            </a:r>
            <a:r>
              <a:rPr lang="en-US" dirty="0" err="1"/>
              <a:t>pageNumber</a:t>
            </a:r>
            <a:r>
              <a:rPr lang="en-US" dirty="0"/>
              <a:t>, </a:t>
            </a:r>
            <a:r>
              <a:rPr lang="en-US" dirty="0" err="1"/>
              <a:t>contentType</a:t>
            </a:r>
            <a:r>
              <a:rPr lang="en-US" dirty="0"/>
              <a:t>, </a:t>
            </a:r>
            <a:r>
              <a:rPr lang="en-US" dirty="0" err="1"/>
              <a:t>fileId</a:t>
            </a:r>
            <a:r>
              <a:rPr lang="en-US" dirty="0"/>
              <a:t>) is stored in the </a:t>
            </a:r>
            <a:r>
              <a:rPr lang="en-US" b="1" dirty="0" err="1"/>
              <a:t>ARContent</a:t>
            </a:r>
            <a:r>
              <a:rPr lang="en-US" b="1" dirty="0"/>
              <a:t> Schema</a:t>
            </a:r>
            <a:r>
              <a:rPr lang="en-US" dirty="0"/>
              <a:t> in </a:t>
            </a:r>
            <a:r>
              <a:rPr lang="en-US" b="1" dirty="0"/>
              <a:t>MongoDB</a:t>
            </a:r>
            <a:r>
              <a:rPr lang="en-US" dirty="0"/>
              <a:t>, managed by </a:t>
            </a:r>
            <a:r>
              <a:rPr lang="en-US" b="1" dirty="0"/>
              <a:t>Mongoose</a:t>
            </a:r>
            <a:r>
              <a:rPr lang="en-US" dirty="0"/>
              <a:t>. </a:t>
            </a:r>
          </a:p>
          <a:p>
            <a:pPr fontAlgn="base"/>
            <a:r>
              <a:rPr lang="en-US" b="1" dirty="0"/>
              <a:t>Mapping Retrieval Endpoint (server.js - /book/:</a:t>
            </a:r>
            <a:r>
              <a:rPr lang="en-US" b="1" dirty="0" err="1"/>
              <a:t>bookId</a:t>
            </a:r>
            <a:r>
              <a:rPr lang="en-US" b="1" dirty="0"/>
              <a:t>/pages):</a:t>
            </a:r>
            <a:r>
              <a:rPr lang="en-US" dirty="0"/>
              <a:t> This vital endpoint allows the frontend to query and retrieve all AR content mappings associated with a specified book, providing information for dynamic display. </a:t>
            </a:r>
          </a:p>
          <a:p>
            <a:pPr fontAlgn="base"/>
            <a:r>
              <a:rPr lang="en-US" b="1" dirty="0"/>
              <a:t>Metadata Retrieval (server.js - /book/:</a:t>
            </a:r>
            <a:r>
              <a:rPr lang="en-US" b="1" dirty="0" err="1"/>
              <a:t>bookId</a:t>
            </a:r>
            <a:r>
              <a:rPr lang="en-US" b="1" dirty="0"/>
              <a:t>):</a:t>
            </a:r>
            <a:r>
              <a:rPr lang="en-US" dirty="0"/>
              <a:t> This endpoint provides comprehensive book metadata, often including references to associated AR content. </a:t>
            </a:r>
          </a:p>
          <a:p>
            <a:endParaRPr lang="en-IN" dirty="0"/>
          </a:p>
        </p:txBody>
      </p:sp>
    </p:spTree>
    <p:extLst>
      <p:ext uri="{BB962C8B-B14F-4D97-AF65-F5344CB8AC3E}">
        <p14:creationId xmlns:p14="http://schemas.microsoft.com/office/powerpoint/2010/main" val="30481237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379BF-2C0D-73A5-C4F9-B1B4FFEDAAC5}"/>
              </a:ext>
            </a:extLst>
          </p:cNvPr>
          <p:cNvSpPr>
            <a:spLocks noGrp="1"/>
          </p:cNvSpPr>
          <p:nvPr>
            <p:ph type="title"/>
          </p:nvPr>
        </p:nvSpPr>
        <p:spPr>
          <a:xfrm>
            <a:off x="838200" y="365128"/>
            <a:ext cx="10515600" cy="1110382"/>
          </a:xfrm>
        </p:spPr>
        <p:txBody>
          <a:bodyPr>
            <a:normAutofit/>
          </a:bodyPr>
          <a:lstStyle/>
          <a:p>
            <a:r>
              <a:rPr lang="en-IN" sz="3600" b="1" dirty="0"/>
              <a:t>Module 3: </a:t>
            </a:r>
            <a:r>
              <a:rPr lang="en-US" sz="3600" b="1" dirty="0"/>
              <a:t>Summarization and Content Generation </a:t>
            </a:r>
            <a:endParaRPr lang="en-IN" sz="3600" b="1" dirty="0"/>
          </a:p>
        </p:txBody>
      </p:sp>
      <p:sp>
        <p:nvSpPr>
          <p:cNvPr id="3" name="Content Placeholder 2">
            <a:extLst>
              <a:ext uri="{FF2B5EF4-FFF2-40B4-BE49-F238E27FC236}">
                <a16:creationId xmlns:a16="http://schemas.microsoft.com/office/drawing/2014/main" id="{30730CB8-644C-9011-ED25-447BB88C23B6}"/>
              </a:ext>
            </a:extLst>
          </p:cNvPr>
          <p:cNvSpPr>
            <a:spLocks noGrp="1"/>
          </p:cNvSpPr>
          <p:nvPr>
            <p:ph idx="1"/>
          </p:nvPr>
        </p:nvSpPr>
        <p:spPr/>
        <p:txBody>
          <a:bodyPr/>
          <a:lstStyle/>
          <a:p>
            <a:pPr fontAlgn="base"/>
            <a:r>
              <a:rPr lang="en-US" dirty="0"/>
              <a:t>This module represents the platform's </a:t>
            </a:r>
            <a:r>
              <a:rPr lang="en-US" b="1" dirty="0"/>
              <a:t>"intelligence layer,"</a:t>
            </a:r>
            <a:r>
              <a:rPr lang="en-US" dirty="0"/>
              <a:t> actively harnessing external Artificial Intelligence (AI) services to both enrich existing content and dynamically create new visual assets for the AR experience. It automates sophisticated content processing and novel visual content creation. </a:t>
            </a:r>
          </a:p>
          <a:p>
            <a:pPr fontAlgn="base"/>
            <a:r>
              <a:rPr lang="en-US" b="1" dirty="0"/>
              <a:t>Core Functionality:</a:t>
            </a:r>
            <a:r>
              <a:rPr lang="en-US" dirty="0"/>
              <a:t> Its primary responsibilities are twofold: first, to automatically generate </a:t>
            </a:r>
            <a:r>
              <a:rPr lang="en-US" b="1" dirty="0"/>
              <a:t>concise summaries of book content</a:t>
            </a:r>
            <a:r>
              <a:rPr lang="en-US" dirty="0"/>
              <a:t> for quick user insights; and second, to dynamically </a:t>
            </a:r>
            <a:r>
              <a:rPr lang="en-US" b="1" dirty="0"/>
              <a:t>create Augmented Reality images</a:t>
            </a:r>
            <a:r>
              <a:rPr lang="en-US" dirty="0"/>
              <a:t> from textual prompts, transforming abstract ideas into tangible visual assets. </a:t>
            </a:r>
          </a:p>
          <a:p>
            <a:endParaRPr lang="en-IN" dirty="0"/>
          </a:p>
        </p:txBody>
      </p:sp>
    </p:spTree>
    <p:extLst>
      <p:ext uri="{BB962C8B-B14F-4D97-AF65-F5344CB8AC3E}">
        <p14:creationId xmlns:p14="http://schemas.microsoft.com/office/powerpoint/2010/main" val="2203213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F4EB16-DBB2-2AFB-688B-5D4B48E096DF}"/>
              </a:ext>
            </a:extLst>
          </p:cNvPr>
          <p:cNvSpPr>
            <a:spLocks noGrp="1"/>
          </p:cNvSpPr>
          <p:nvPr>
            <p:ph idx="1"/>
          </p:nvPr>
        </p:nvSpPr>
        <p:spPr>
          <a:xfrm>
            <a:off x="838200" y="852055"/>
            <a:ext cx="10515600" cy="5324908"/>
          </a:xfrm>
        </p:spPr>
        <p:txBody>
          <a:bodyPr>
            <a:normAutofit fontScale="85000" lnSpcReduction="20000"/>
          </a:bodyPr>
          <a:lstStyle/>
          <a:p>
            <a:pPr marL="0" indent="0" fontAlgn="base">
              <a:buNone/>
            </a:pPr>
            <a:r>
              <a:rPr lang="en-US" sz="3800" b="1" dirty="0"/>
              <a:t>Key Components and Their Roles:</a:t>
            </a:r>
            <a:r>
              <a:rPr lang="en-US" sz="3800" dirty="0"/>
              <a:t> </a:t>
            </a:r>
          </a:p>
          <a:p>
            <a:pPr fontAlgn="base"/>
            <a:endParaRPr lang="en-US" sz="3800" dirty="0"/>
          </a:p>
          <a:p>
            <a:pPr fontAlgn="base"/>
            <a:r>
              <a:rPr lang="en-US" b="1" dirty="0"/>
              <a:t>Text Extraction for Summarization:</a:t>
            </a:r>
            <a:r>
              <a:rPr lang="en-US" dirty="0"/>
              <a:t> This module relies on </a:t>
            </a:r>
            <a:r>
              <a:rPr lang="en-US" b="1" dirty="0" err="1"/>
              <a:t>pdfjs-dist</a:t>
            </a:r>
            <a:r>
              <a:rPr lang="en-US" dirty="0"/>
              <a:t> (from the "Book Upload and File Handling" module) to extract raw textual content from PDFs, which serves as the input for AI summarization. </a:t>
            </a:r>
          </a:p>
          <a:p>
            <a:pPr fontAlgn="base"/>
            <a:r>
              <a:rPr lang="en-US" b="1" dirty="0"/>
              <a:t>Summarization Request Endpoint (server.js - /summarize):</a:t>
            </a:r>
            <a:r>
              <a:rPr lang="en-US" dirty="0"/>
              <a:t> Within </a:t>
            </a:r>
            <a:r>
              <a:rPr lang="en-US" b="1" dirty="0"/>
              <a:t>server.js</a:t>
            </a:r>
            <a:r>
              <a:rPr lang="en-US" dirty="0"/>
              <a:t>, the /summarize endpoint prepares and sends extracted text to </a:t>
            </a:r>
            <a:r>
              <a:rPr lang="en-US" b="1" dirty="0"/>
              <a:t>Cohere AI</a:t>
            </a:r>
            <a:r>
              <a:rPr lang="en-US" dirty="0"/>
              <a:t> via </a:t>
            </a:r>
            <a:r>
              <a:rPr lang="en-US" b="1" dirty="0" err="1"/>
              <a:t>axios</a:t>
            </a:r>
            <a:r>
              <a:rPr lang="en-US" dirty="0"/>
              <a:t> or </a:t>
            </a:r>
            <a:r>
              <a:rPr lang="en-US" b="1" dirty="0"/>
              <a:t>node-fetch</a:t>
            </a:r>
            <a:r>
              <a:rPr lang="en-US" dirty="0"/>
              <a:t>. The generated summary is then stored in the </a:t>
            </a:r>
            <a:r>
              <a:rPr lang="en-US" b="1" dirty="0"/>
              <a:t>Book Schema</a:t>
            </a:r>
            <a:r>
              <a:rPr lang="en-US" dirty="0"/>
              <a:t>. </a:t>
            </a:r>
          </a:p>
          <a:p>
            <a:pPr fontAlgn="base"/>
            <a:r>
              <a:rPr lang="en-US" b="1" dirty="0"/>
              <a:t>AR Content Generation Endpoint (server.js - /generate-</a:t>
            </a:r>
            <a:r>
              <a:rPr lang="en-US" b="1" dirty="0" err="1"/>
              <a:t>ar</a:t>
            </a:r>
            <a:r>
              <a:rPr lang="en-US" b="1" dirty="0"/>
              <a:t>-content):</a:t>
            </a:r>
            <a:r>
              <a:rPr lang="en-US" dirty="0"/>
              <a:t> This endpoint in server.js receives text prompts for AR image creation. It sends these prompts to </a:t>
            </a:r>
            <a:r>
              <a:rPr lang="en-US" b="1" dirty="0"/>
              <a:t>Stability AI</a:t>
            </a:r>
            <a:r>
              <a:rPr lang="en-US" dirty="0"/>
              <a:t> via </a:t>
            </a:r>
            <a:r>
              <a:rPr lang="en-US" b="1" dirty="0" err="1"/>
              <a:t>axios</a:t>
            </a:r>
            <a:r>
              <a:rPr lang="en-US" dirty="0"/>
              <a:t> or </a:t>
            </a:r>
            <a:r>
              <a:rPr lang="en-US" b="1" dirty="0"/>
              <a:t>node-fetch</a:t>
            </a:r>
            <a:r>
              <a:rPr lang="en-US" dirty="0"/>
              <a:t> (using </a:t>
            </a:r>
            <a:r>
              <a:rPr lang="en-US" b="1" dirty="0"/>
              <a:t>form-data</a:t>
            </a:r>
            <a:r>
              <a:rPr lang="en-US" dirty="0"/>
              <a:t> for complex requests). The generated AR image data is then stored in </a:t>
            </a:r>
            <a:r>
              <a:rPr lang="en-US" dirty="0" err="1"/>
              <a:t>GridFS</a:t>
            </a:r>
            <a:r>
              <a:rPr lang="en-US" dirty="0"/>
              <a:t>, and its metadata saved in the </a:t>
            </a:r>
            <a:r>
              <a:rPr lang="en-US" b="1" dirty="0" err="1"/>
              <a:t>ARContent</a:t>
            </a:r>
            <a:r>
              <a:rPr lang="en-US" b="1" dirty="0"/>
              <a:t> Schema</a:t>
            </a:r>
            <a:r>
              <a:rPr lang="en-US" dirty="0"/>
              <a:t>. </a:t>
            </a:r>
          </a:p>
          <a:p>
            <a:pPr fontAlgn="base"/>
            <a:r>
              <a:rPr lang="en-US" b="1" dirty="0"/>
              <a:t>Metadata Retrieval Endpoints (server.js - /books/latest, /book/:</a:t>
            </a:r>
            <a:r>
              <a:rPr lang="en-US" b="1" dirty="0" err="1"/>
              <a:t>bookId</a:t>
            </a:r>
            <a:r>
              <a:rPr lang="en-US" b="1" dirty="0"/>
              <a:t>):</a:t>
            </a:r>
            <a:r>
              <a:rPr lang="en-US" dirty="0"/>
              <a:t> These endpoints provide access to the generated summaries or references to AR content as part of a book's metadata. </a:t>
            </a:r>
          </a:p>
          <a:p>
            <a:endParaRPr lang="en-IN" dirty="0"/>
          </a:p>
        </p:txBody>
      </p:sp>
    </p:spTree>
    <p:extLst>
      <p:ext uri="{BB962C8B-B14F-4D97-AF65-F5344CB8AC3E}">
        <p14:creationId xmlns:p14="http://schemas.microsoft.com/office/powerpoint/2010/main" val="30506697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93D50-0218-41F3-63AF-2084ACE8BD17}"/>
              </a:ext>
            </a:extLst>
          </p:cNvPr>
          <p:cNvSpPr>
            <a:spLocks noGrp="1"/>
          </p:cNvSpPr>
          <p:nvPr>
            <p:ph type="title"/>
          </p:nvPr>
        </p:nvSpPr>
        <p:spPr/>
        <p:txBody>
          <a:bodyPr>
            <a:normAutofit/>
          </a:bodyPr>
          <a:lstStyle/>
          <a:p>
            <a:r>
              <a:rPr lang="en-IN" sz="3600" b="1" dirty="0"/>
              <a:t>Module 4: </a:t>
            </a:r>
            <a:r>
              <a:rPr lang="en-US" sz="3600" b="1" dirty="0"/>
              <a:t>AR Content Rendering and User Interface </a:t>
            </a:r>
            <a:endParaRPr lang="en-IN" sz="3600" b="1" dirty="0"/>
          </a:p>
        </p:txBody>
      </p:sp>
      <p:sp>
        <p:nvSpPr>
          <p:cNvPr id="3" name="Content Placeholder 2">
            <a:extLst>
              <a:ext uri="{FF2B5EF4-FFF2-40B4-BE49-F238E27FC236}">
                <a16:creationId xmlns:a16="http://schemas.microsoft.com/office/drawing/2014/main" id="{E51386AA-FA2D-73B4-1A3D-456D1480A5E2}"/>
              </a:ext>
            </a:extLst>
          </p:cNvPr>
          <p:cNvSpPr>
            <a:spLocks noGrp="1"/>
          </p:cNvSpPr>
          <p:nvPr>
            <p:ph idx="1"/>
          </p:nvPr>
        </p:nvSpPr>
        <p:spPr/>
        <p:txBody>
          <a:bodyPr>
            <a:normAutofit fontScale="92500" lnSpcReduction="10000"/>
          </a:bodyPr>
          <a:lstStyle/>
          <a:p>
            <a:r>
              <a:rPr lang="en-US" dirty="0"/>
              <a:t>This module allows users to view AR content (images, videos, audio, 3D models) mapped to specific pages of a PDF book in a web browser. It provides an interactive reading experience where each page can display its associated AR content.</a:t>
            </a:r>
            <a:br>
              <a:rPr lang="en-US" dirty="0"/>
            </a:br>
            <a:endParaRPr lang="en-US" dirty="0"/>
          </a:p>
          <a:p>
            <a:r>
              <a:rPr lang="en-US" b="1" dirty="0"/>
              <a:t>Core </a:t>
            </a:r>
            <a:r>
              <a:rPr lang="en-US" b="1" dirty="0" err="1"/>
              <a:t>Functinality</a:t>
            </a:r>
            <a:r>
              <a:rPr lang="en-US" b="1" dirty="0"/>
              <a:t>:</a:t>
            </a:r>
            <a:r>
              <a:rPr lang="en-US" dirty="0"/>
              <a:t> The AR Content Rendering and User Interface module displays each PDF page in the browser and automatically shows any AR content (images, videos, audio, 3D models) mapped to that page. As users navigate through the book, the relevant AR content updates in real time, creating an interactive and immersive reading experience.</a:t>
            </a:r>
          </a:p>
          <a:p>
            <a:br>
              <a:rPr lang="en-US" dirty="0"/>
            </a:br>
            <a:endParaRPr lang="en-IN" dirty="0"/>
          </a:p>
        </p:txBody>
      </p:sp>
    </p:spTree>
    <p:extLst>
      <p:ext uri="{BB962C8B-B14F-4D97-AF65-F5344CB8AC3E}">
        <p14:creationId xmlns:p14="http://schemas.microsoft.com/office/powerpoint/2010/main" val="41750803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FCE17-8630-9892-A2B9-E073DF9A5879}"/>
              </a:ext>
            </a:extLst>
          </p:cNvPr>
          <p:cNvSpPr>
            <a:spLocks noGrp="1"/>
          </p:cNvSpPr>
          <p:nvPr>
            <p:ph type="title"/>
          </p:nvPr>
        </p:nvSpPr>
        <p:spPr/>
        <p:txBody>
          <a:bodyPr/>
          <a:lstStyle/>
          <a:p>
            <a:r>
              <a:rPr lang="en-US" sz="3600" b="1" dirty="0"/>
              <a:t>Key Components :</a:t>
            </a:r>
            <a:br>
              <a:rPr lang="en-US" dirty="0"/>
            </a:br>
            <a:endParaRPr lang="en-IN" dirty="0"/>
          </a:p>
        </p:txBody>
      </p:sp>
      <p:sp>
        <p:nvSpPr>
          <p:cNvPr id="3" name="Content Placeholder 2">
            <a:extLst>
              <a:ext uri="{FF2B5EF4-FFF2-40B4-BE49-F238E27FC236}">
                <a16:creationId xmlns:a16="http://schemas.microsoft.com/office/drawing/2014/main" id="{A5769543-AF8D-3A76-478A-0AFD181ABFC3}"/>
              </a:ext>
            </a:extLst>
          </p:cNvPr>
          <p:cNvSpPr>
            <a:spLocks noGrp="1"/>
          </p:cNvSpPr>
          <p:nvPr>
            <p:ph idx="1"/>
          </p:nvPr>
        </p:nvSpPr>
        <p:spPr/>
        <p:txBody>
          <a:bodyPr/>
          <a:lstStyle/>
          <a:p>
            <a:r>
              <a:rPr lang="en-IN" dirty="0"/>
              <a:t>Renders PDF pages in the browser for user reading.</a:t>
            </a:r>
          </a:p>
          <a:p>
            <a:r>
              <a:rPr lang="en-IN" dirty="0"/>
              <a:t>Fetches and displays AR content (images, videos, audio, 3D models) linked to each page.</a:t>
            </a:r>
          </a:p>
          <a:p>
            <a:r>
              <a:rPr lang="en-IN" dirty="0"/>
              <a:t>Updates AR content display automatically as the user navigates between pages.</a:t>
            </a:r>
          </a:p>
          <a:p>
            <a:r>
              <a:rPr lang="en-IN" dirty="0"/>
              <a:t>Provides interactive controls for page navigation.</a:t>
            </a:r>
          </a:p>
          <a:p>
            <a:r>
              <a:rPr lang="en-IN" dirty="0"/>
              <a:t>Ensures a responsive and user-friendly interface for an immersive reading experience.</a:t>
            </a:r>
          </a:p>
          <a:p>
            <a:endParaRPr lang="en-IN" dirty="0"/>
          </a:p>
        </p:txBody>
      </p:sp>
    </p:spTree>
    <p:extLst>
      <p:ext uri="{BB962C8B-B14F-4D97-AF65-F5344CB8AC3E}">
        <p14:creationId xmlns:p14="http://schemas.microsoft.com/office/powerpoint/2010/main" val="6221121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7087E-F635-B8C4-8EA4-7971505501E1}"/>
              </a:ext>
            </a:extLst>
          </p:cNvPr>
          <p:cNvSpPr>
            <a:spLocks noGrp="1"/>
          </p:cNvSpPr>
          <p:nvPr>
            <p:ph type="title"/>
          </p:nvPr>
        </p:nvSpPr>
        <p:spPr>
          <a:xfrm>
            <a:off x="4414404" y="0"/>
            <a:ext cx="5562600" cy="556346"/>
          </a:xfrm>
        </p:spPr>
        <p:txBody>
          <a:bodyPr>
            <a:normAutofit fontScale="90000"/>
          </a:bodyPr>
          <a:lstStyle/>
          <a:p>
            <a:r>
              <a:rPr lang="en-IN" sz="3600" b="1" dirty="0"/>
              <a:t>ARCHITECTURE</a:t>
            </a:r>
            <a:r>
              <a:rPr lang="en-IN" dirty="0"/>
              <a:t> </a:t>
            </a:r>
          </a:p>
        </p:txBody>
      </p:sp>
      <p:pic>
        <p:nvPicPr>
          <p:cNvPr id="5" name="Content Placeholder 4">
            <a:extLst>
              <a:ext uri="{FF2B5EF4-FFF2-40B4-BE49-F238E27FC236}">
                <a16:creationId xmlns:a16="http://schemas.microsoft.com/office/drawing/2014/main" id="{ED959319-90C3-76AC-7646-E255911B1A2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65613" y="826077"/>
            <a:ext cx="8011391" cy="5205845"/>
          </a:xfrm>
        </p:spPr>
      </p:pic>
      <p:sp>
        <p:nvSpPr>
          <p:cNvPr id="6" name="TextBox 5">
            <a:extLst>
              <a:ext uri="{FF2B5EF4-FFF2-40B4-BE49-F238E27FC236}">
                <a16:creationId xmlns:a16="http://schemas.microsoft.com/office/drawing/2014/main" id="{0C811DB5-5D2A-1258-E118-F9471FD568D5}"/>
              </a:ext>
            </a:extLst>
          </p:cNvPr>
          <p:cNvSpPr txBox="1"/>
          <p:nvPr/>
        </p:nvSpPr>
        <p:spPr>
          <a:xfrm>
            <a:off x="4582391" y="6176962"/>
            <a:ext cx="3865419" cy="523220"/>
          </a:xfrm>
          <a:prstGeom prst="rect">
            <a:avLst/>
          </a:prstGeom>
          <a:noFill/>
        </p:spPr>
        <p:txBody>
          <a:bodyPr wrap="square" rtlCol="0">
            <a:spAutoFit/>
          </a:bodyPr>
          <a:lstStyle/>
          <a:p>
            <a:r>
              <a:rPr lang="en-IN" sz="2800" b="1" dirty="0"/>
              <a:t>Dataflow Diagram</a:t>
            </a:r>
          </a:p>
        </p:txBody>
      </p:sp>
    </p:spTree>
    <p:extLst>
      <p:ext uri="{BB962C8B-B14F-4D97-AF65-F5344CB8AC3E}">
        <p14:creationId xmlns:p14="http://schemas.microsoft.com/office/powerpoint/2010/main" val="2060957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F32ECA2-55BD-92BD-82C1-DD8149354490}"/>
              </a:ext>
            </a:extLst>
          </p:cNvPr>
          <p:cNvGraphicFramePr>
            <a:graphicFrameLocks noGrp="1"/>
          </p:cNvGraphicFramePr>
          <p:nvPr>
            <p:extLst>
              <p:ext uri="{D42A27DB-BD31-4B8C-83A1-F6EECF244321}">
                <p14:modId xmlns:p14="http://schemas.microsoft.com/office/powerpoint/2010/main" val="243934026"/>
              </p:ext>
            </p:extLst>
          </p:nvPr>
        </p:nvGraphicFramePr>
        <p:xfrm>
          <a:off x="1836882" y="428719"/>
          <a:ext cx="8102600" cy="4787515"/>
        </p:xfrm>
        <a:graphic>
          <a:graphicData uri="http://schemas.openxmlformats.org/drawingml/2006/table">
            <a:tbl>
              <a:tblPr firstRow="1" bandRow="1">
                <a:tableStyleId>{5C22544A-7EE6-4342-B048-85BDC9FD1C3A}</a:tableStyleId>
              </a:tblPr>
              <a:tblGrid>
                <a:gridCol w="2006600">
                  <a:extLst>
                    <a:ext uri="{9D8B030D-6E8A-4147-A177-3AD203B41FA5}">
                      <a16:colId xmlns:a16="http://schemas.microsoft.com/office/drawing/2014/main" val="2256224199"/>
                    </a:ext>
                  </a:extLst>
                </a:gridCol>
                <a:gridCol w="2032000">
                  <a:extLst>
                    <a:ext uri="{9D8B030D-6E8A-4147-A177-3AD203B41FA5}">
                      <a16:colId xmlns:a16="http://schemas.microsoft.com/office/drawing/2014/main" val="1239030733"/>
                    </a:ext>
                  </a:extLst>
                </a:gridCol>
                <a:gridCol w="2032000">
                  <a:extLst>
                    <a:ext uri="{9D8B030D-6E8A-4147-A177-3AD203B41FA5}">
                      <a16:colId xmlns:a16="http://schemas.microsoft.com/office/drawing/2014/main" val="713934328"/>
                    </a:ext>
                  </a:extLst>
                </a:gridCol>
                <a:gridCol w="2032000">
                  <a:extLst>
                    <a:ext uri="{9D8B030D-6E8A-4147-A177-3AD203B41FA5}">
                      <a16:colId xmlns:a16="http://schemas.microsoft.com/office/drawing/2014/main" val="202402913"/>
                    </a:ext>
                  </a:extLst>
                </a:gridCol>
              </a:tblGrid>
              <a:tr h="957503">
                <a:tc>
                  <a:txBody>
                    <a:bodyPr/>
                    <a:lstStyle/>
                    <a:p>
                      <a:r>
                        <a:rPr lang="en-IN" dirty="0"/>
                        <a:t>Field </a:t>
                      </a:r>
                    </a:p>
                  </a:txBody>
                  <a:tcPr/>
                </a:tc>
                <a:tc>
                  <a:txBody>
                    <a:bodyPr/>
                    <a:lstStyle/>
                    <a:p>
                      <a:r>
                        <a:rPr lang="en-IN" dirty="0"/>
                        <a:t>Type </a:t>
                      </a:r>
                    </a:p>
                  </a:txBody>
                  <a:tcPr/>
                </a:tc>
                <a:tc>
                  <a:txBody>
                    <a:bodyPr/>
                    <a:lstStyle/>
                    <a:p>
                      <a:r>
                        <a:rPr lang="en-IN" dirty="0"/>
                        <a:t>Required</a:t>
                      </a:r>
                    </a:p>
                  </a:txBody>
                  <a:tcPr/>
                </a:tc>
                <a:tc>
                  <a:txBody>
                    <a:bodyPr/>
                    <a:lstStyle/>
                    <a:p>
                      <a:r>
                        <a:rPr lang="en-IN" dirty="0"/>
                        <a:t>Descriptions </a:t>
                      </a:r>
                    </a:p>
                  </a:txBody>
                  <a:tcPr/>
                </a:tc>
                <a:extLst>
                  <a:ext uri="{0D108BD9-81ED-4DB2-BD59-A6C34878D82A}">
                    <a16:rowId xmlns:a16="http://schemas.microsoft.com/office/drawing/2014/main" val="3359572613"/>
                  </a:ext>
                </a:extLst>
              </a:tr>
              <a:tr h="957503">
                <a:tc>
                  <a:txBody>
                    <a:bodyPr/>
                    <a:lstStyle/>
                    <a:p>
                      <a:r>
                        <a:rPr lang="en-IN" dirty="0"/>
                        <a:t>Title</a:t>
                      </a:r>
                    </a:p>
                    <a:p>
                      <a:endParaRPr lang="en-IN" dirty="0"/>
                    </a:p>
                  </a:txBody>
                  <a:tcPr/>
                </a:tc>
                <a:tc>
                  <a:txBody>
                    <a:bodyPr/>
                    <a:lstStyle/>
                    <a:p>
                      <a:r>
                        <a:rPr lang="en-IN" dirty="0"/>
                        <a:t>String</a:t>
                      </a:r>
                    </a:p>
                  </a:txBody>
                  <a:tcPr/>
                </a:tc>
                <a:tc>
                  <a:txBody>
                    <a:bodyPr/>
                    <a:lstStyle/>
                    <a:p>
                      <a:r>
                        <a:rPr lang="en-IN" dirty="0"/>
                        <a:t>No</a:t>
                      </a:r>
                    </a:p>
                  </a:txBody>
                  <a:tcPr/>
                </a:tc>
                <a:tc>
                  <a:txBody>
                    <a:bodyPr/>
                    <a:lstStyle/>
                    <a:p>
                      <a:r>
                        <a:rPr lang="en-US" sz="1800" b="0" i="0" kern="1200">
                          <a:solidFill>
                            <a:schemeClr val="dk1"/>
                          </a:solidFill>
                          <a:effectLst/>
                          <a:latin typeface="+mn-lt"/>
                          <a:ea typeface="+mn-ea"/>
                          <a:cs typeface="+mn-cs"/>
                        </a:rPr>
                        <a:t>Title of the book (filename if not provided) </a:t>
                      </a:r>
                      <a:endParaRPr lang="en-IN" dirty="0"/>
                    </a:p>
                  </a:txBody>
                  <a:tcPr/>
                </a:tc>
                <a:extLst>
                  <a:ext uri="{0D108BD9-81ED-4DB2-BD59-A6C34878D82A}">
                    <a16:rowId xmlns:a16="http://schemas.microsoft.com/office/drawing/2014/main" val="537287787"/>
                  </a:ext>
                </a:extLst>
              </a:tr>
              <a:tr h="957503">
                <a:tc>
                  <a:txBody>
                    <a:bodyPr/>
                    <a:lstStyle/>
                    <a:p>
                      <a:r>
                        <a:rPr lang="en-IN" dirty="0" err="1">
                          <a:effectLst/>
                        </a:rPr>
                        <a:t>pdfFileId</a:t>
                      </a:r>
                      <a:endParaRPr lang="en-IN" dirty="0">
                        <a:effectLst/>
                      </a:endParaRPr>
                    </a:p>
                  </a:txBody>
                  <a:tcPr marL="45720" marR="45720" marT="30480" marB="30480" anchor="ctr"/>
                </a:tc>
                <a:tc>
                  <a:txBody>
                    <a:bodyPr/>
                    <a:lstStyle/>
                    <a:p>
                      <a:r>
                        <a:rPr lang="en-IN">
                          <a:effectLst/>
                        </a:rPr>
                        <a:t>mongoose.Schema.Types.ObjectId</a:t>
                      </a:r>
                    </a:p>
                  </a:txBody>
                  <a:tcPr marL="45720" marR="45720" marT="30480" marB="30480" anchor="ctr"/>
                </a:tc>
                <a:tc>
                  <a:txBody>
                    <a:bodyPr/>
                    <a:lstStyle/>
                    <a:p>
                      <a:r>
                        <a:rPr lang="en-IN">
                          <a:effectLst/>
                        </a:rPr>
                        <a:t>Yes</a:t>
                      </a:r>
                    </a:p>
                  </a:txBody>
                  <a:tcPr marL="45720" marR="45720" marT="30480" marB="30480" anchor="ctr"/>
                </a:tc>
                <a:tc>
                  <a:txBody>
                    <a:bodyPr/>
                    <a:lstStyle/>
                    <a:p>
                      <a:r>
                        <a:rPr lang="en-US" dirty="0">
                          <a:effectLst/>
                        </a:rPr>
                        <a:t>Reference to the PDF file in </a:t>
                      </a:r>
                      <a:r>
                        <a:rPr lang="en-US" dirty="0" err="1">
                          <a:effectLst/>
                        </a:rPr>
                        <a:t>GridFS</a:t>
                      </a:r>
                      <a:endParaRPr lang="en-US" dirty="0">
                        <a:effectLst/>
                      </a:endParaRPr>
                    </a:p>
                  </a:txBody>
                  <a:tcPr marL="45720" marR="45720" marT="30480" marB="30480" anchor="ctr"/>
                </a:tc>
                <a:extLst>
                  <a:ext uri="{0D108BD9-81ED-4DB2-BD59-A6C34878D82A}">
                    <a16:rowId xmlns:a16="http://schemas.microsoft.com/office/drawing/2014/main" val="898350313"/>
                  </a:ext>
                </a:extLst>
              </a:tr>
              <a:tr h="957503">
                <a:tc>
                  <a:txBody>
                    <a:bodyPr/>
                    <a:lstStyle/>
                    <a:p>
                      <a:r>
                        <a:rPr lang="en-IN" dirty="0" err="1">
                          <a:effectLst/>
                        </a:rPr>
                        <a:t>pageCount</a:t>
                      </a:r>
                      <a:endParaRPr lang="en-IN" dirty="0">
                        <a:effectLst/>
                      </a:endParaRPr>
                    </a:p>
                  </a:txBody>
                  <a:tcPr marL="45720" marR="45720" marT="30480" marB="30480" anchor="ctr"/>
                </a:tc>
                <a:tc>
                  <a:txBody>
                    <a:bodyPr/>
                    <a:lstStyle/>
                    <a:p>
                      <a:r>
                        <a:rPr lang="en-IN">
                          <a:effectLst/>
                        </a:rPr>
                        <a:t>Number</a:t>
                      </a:r>
                    </a:p>
                  </a:txBody>
                  <a:tcPr marL="45720" marR="45720" marT="30480" marB="30480" anchor="ctr"/>
                </a:tc>
                <a:tc>
                  <a:txBody>
                    <a:bodyPr/>
                    <a:lstStyle/>
                    <a:p>
                      <a:r>
                        <a:rPr lang="en-IN">
                          <a:effectLst/>
                        </a:rPr>
                        <a:t>Yes</a:t>
                      </a:r>
                    </a:p>
                  </a:txBody>
                  <a:tcPr marL="45720" marR="45720" marT="30480" marB="30480" anchor="ctr"/>
                </a:tc>
                <a:tc>
                  <a:txBody>
                    <a:bodyPr/>
                    <a:lstStyle/>
                    <a:p>
                      <a:r>
                        <a:rPr lang="en-US">
                          <a:effectLst/>
                        </a:rPr>
                        <a:t>Number of pages in the PDF</a:t>
                      </a:r>
                    </a:p>
                  </a:txBody>
                  <a:tcPr marL="45720" marR="45720" marT="30480" marB="30480" anchor="ctr"/>
                </a:tc>
                <a:extLst>
                  <a:ext uri="{0D108BD9-81ED-4DB2-BD59-A6C34878D82A}">
                    <a16:rowId xmlns:a16="http://schemas.microsoft.com/office/drawing/2014/main" val="2486434815"/>
                  </a:ext>
                </a:extLst>
              </a:tr>
              <a:tr h="957503">
                <a:tc>
                  <a:txBody>
                    <a:bodyPr/>
                    <a:lstStyle/>
                    <a:p>
                      <a:r>
                        <a:rPr lang="en-IN">
                          <a:effectLst/>
                        </a:rPr>
                        <a:t>connectedWebpage</a:t>
                      </a:r>
                    </a:p>
                  </a:txBody>
                  <a:tcPr marL="45720" marR="45720" marT="30480" marB="30480" anchor="ctr"/>
                </a:tc>
                <a:tc>
                  <a:txBody>
                    <a:bodyPr/>
                    <a:lstStyle/>
                    <a:p>
                      <a:r>
                        <a:rPr lang="en-IN">
                          <a:effectLst/>
                        </a:rPr>
                        <a:t>String</a:t>
                      </a:r>
                    </a:p>
                  </a:txBody>
                  <a:tcPr marL="45720" marR="45720" marT="30480" marB="30480" anchor="ctr"/>
                </a:tc>
                <a:tc>
                  <a:txBody>
                    <a:bodyPr/>
                    <a:lstStyle/>
                    <a:p>
                      <a:r>
                        <a:rPr lang="en-IN">
                          <a:effectLst/>
                        </a:rPr>
                        <a:t>No</a:t>
                      </a:r>
                    </a:p>
                  </a:txBody>
                  <a:tcPr marL="45720" marR="45720" marT="30480" marB="30480" anchor="ctr"/>
                </a:tc>
                <a:tc>
                  <a:txBody>
                    <a:bodyPr/>
                    <a:lstStyle/>
                    <a:p>
                      <a:r>
                        <a:rPr lang="en-US" dirty="0">
                          <a:effectLst/>
                        </a:rPr>
                        <a:t>Optional: URL of a connected webpage</a:t>
                      </a:r>
                    </a:p>
                  </a:txBody>
                  <a:tcPr marL="45720" marR="45720" marT="30480" marB="30480" anchor="ctr"/>
                </a:tc>
                <a:extLst>
                  <a:ext uri="{0D108BD9-81ED-4DB2-BD59-A6C34878D82A}">
                    <a16:rowId xmlns:a16="http://schemas.microsoft.com/office/drawing/2014/main" val="1224744366"/>
                  </a:ext>
                </a:extLst>
              </a:tr>
            </a:tbl>
          </a:graphicData>
        </a:graphic>
      </p:graphicFrame>
      <p:sp>
        <p:nvSpPr>
          <p:cNvPr id="4" name="TextBox 3">
            <a:extLst>
              <a:ext uri="{FF2B5EF4-FFF2-40B4-BE49-F238E27FC236}">
                <a16:creationId xmlns:a16="http://schemas.microsoft.com/office/drawing/2014/main" id="{22B6F987-AA17-3F28-65A9-2EC2FBC12FEC}"/>
              </a:ext>
            </a:extLst>
          </p:cNvPr>
          <p:cNvSpPr txBox="1"/>
          <p:nvPr/>
        </p:nvSpPr>
        <p:spPr>
          <a:xfrm>
            <a:off x="3482687" y="5536915"/>
            <a:ext cx="5226626" cy="584775"/>
          </a:xfrm>
          <a:prstGeom prst="rect">
            <a:avLst/>
          </a:prstGeom>
          <a:noFill/>
        </p:spPr>
        <p:txBody>
          <a:bodyPr wrap="square" rtlCol="0">
            <a:spAutoFit/>
          </a:bodyPr>
          <a:lstStyle/>
          <a:p>
            <a:r>
              <a:rPr lang="en-IN" sz="3200" b="1" dirty="0"/>
              <a:t>Book Database Schema</a:t>
            </a:r>
          </a:p>
        </p:txBody>
      </p:sp>
    </p:spTree>
    <p:extLst>
      <p:ext uri="{BB962C8B-B14F-4D97-AF65-F5344CB8AC3E}">
        <p14:creationId xmlns:p14="http://schemas.microsoft.com/office/powerpoint/2010/main" val="13731101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2633FCCD-DAD3-5C27-03AC-2CF5D5FD28E6}"/>
              </a:ext>
            </a:extLst>
          </p:cNvPr>
          <p:cNvGraphicFramePr>
            <a:graphicFrameLocks noGrp="1"/>
          </p:cNvGraphicFramePr>
          <p:nvPr>
            <p:extLst>
              <p:ext uri="{D42A27DB-BD31-4B8C-83A1-F6EECF244321}">
                <p14:modId xmlns:p14="http://schemas.microsoft.com/office/powerpoint/2010/main" val="2463160475"/>
              </p:ext>
            </p:extLst>
          </p:nvPr>
        </p:nvGraphicFramePr>
        <p:xfrm>
          <a:off x="1803400" y="407938"/>
          <a:ext cx="8128000" cy="516159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338970645"/>
                    </a:ext>
                  </a:extLst>
                </a:gridCol>
                <a:gridCol w="2032000">
                  <a:extLst>
                    <a:ext uri="{9D8B030D-6E8A-4147-A177-3AD203B41FA5}">
                      <a16:colId xmlns:a16="http://schemas.microsoft.com/office/drawing/2014/main" val="3010878505"/>
                    </a:ext>
                  </a:extLst>
                </a:gridCol>
                <a:gridCol w="1312718">
                  <a:extLst>
                    <a:ext uri="{9D8B030D-6E8A-4147-A177-3AD203B41FA5}">
                      <a16:colId xmlns:a16="http://schemas.microsoft.com/office/drawing/2014/main" val="1025684952"/>
                    </a:ext>
                  </a:extLst>
                </a:gridCol>
                <a:gridCol w="2751282">
                  <a:extLst>
                    <a:ext uri="{9D8B030D-6E8A-4147-A177-3AD203B41FA5}">
                      <a16:colId xmlns:a16="http://schemas.microsoft.com/office/drawing/2014/main" val="235137247"/>
                    </a:ext>
                  </a:extLst>
                </a:gridCol>
              </a:tblGrid>
              <a:tr h="737370">
                <a:tc>
                  <a:txBody>
                    <a:bodyPr/>
                    <a:lstStyle/>
                    <a:p>
                      <a:r>
                        <a:rPr lang="en-IN" dirty="0">
                          <a:effectLst/>
                        </a:rPr>
                        <a:t>Field</a:t>
                      </a:r>
                    </a:p>
                  </a:txBody>
                  <a:tcPr marL="45720" marR="45720" marT="30480" marB="30480" anchor="ctr"/>
                </a:tc>
                <a:tc>
                  <a:txBody>
                    <a:bodyPr/>
                    <a:lstStyle/>
                    <a:p>
                      <a:r>
                        <a:rPr lang="en-IN">
                          <a:effectLst/>
                        </a:rPr>
                        <a:t>Type</a:t>
                      </a:r>
                    </a:p>
                  </a:txBody>
                  <a:tcPr marL="45720" marR="45720" marT="30480" marB="30480" anchor="ctr"/>
                </a:tc>
                <a:tc>
                  <a:txBody>
                    <a:bodyPr/>
                    <a:lstStyle/>
                    <a:p>
                      <a:r>
                        <a:rPr lang="en-IN" dirty="0">
                          <a:effectLst/>
                        </a:rPr>
                        <a:t>Required</a:t>
                      </a:r>
                    </a:p>
                  </a:txBody>
                  <a:tcPr marL="45720" marR="45720" marT="30480" marB="30480" anchor="ctr"/>
                </a:tc>
                <a:tc>
                  <a:txBody>
                    <a:bodyPr/>
                    <a:lstStyle/>
                    <a:p>
                      <a:r>
                        <a:rPr lang="en-IN">
                          <a:effectLst/>
                        </a:rPr>
                        <a:t>Description</a:t>
                      </a:r>
                    </a:p>
                  </a:txBody>
                  <a:tcPr marL="45720" marR="45720" marT="30480" marB="30480" anchor="ctr"/>
                </a:tc>
                <a:extLst>
                  <a:ext uri="{0D108BD9-81ED-4DB2-BD59-A6C34878D82A}">
                    <a16:rowId xmlns:a16="http://schemas.microsoft.com/office/drawing/2014/main" val="4130725753"/>
                  </a:ext>
                </a:extLst>
              </a:tr>
              <a:tr h="737370">
                <a:tc>
                  <a:txBody>
                    <a:bodyPr/>
                    <a:lstStyle/>
                    <a:p>
                      <a:r>
                        <a:rPr lang="en-IN">
                          <a:effectLst/>
                        </a:rPr>
                        <a:t>bookId</a:t>
                      </a:r>
                    </a:p>
                  </a:txBody>
                  <a:tcPr marL="45720" marR="45720" marT="30480" marB="30480" anchor="ctr"/>
                </a:tc>
                <a:tc>
                  <a:txBody>
                    <a:bodyPr/>
                    <a:lstStyle/>
                    <a:p>
                      <a:r>
                        <a:rPr lang="en-IN" dirty="0" err="1">
                          <a:effectLst/>
                        </a:rPr>
                        <a:t>mongoose.Schema.Types.ObjectId</a:t>
                      </a:r>
                      <a:endParaRPr lang="en-IN" dirty="0">
                        <a:effectLst/>
                      </a:endParaRPr>
                    </a:p>
                  </a:txBody>
                  <a:tcPr marL="45720" marR="45720" marT="30480" marB="30480" anchor="ctr"/>
                </a:tc>
                <a:tc>
                  <a:txBody>
                    <a:bodyPr/>
                    <a:lstStyle/>
                    <a:p>
                      <a:r>
                        <a:rPr lang="en-IN">
                          <a:effectLst/>
                        </a:rPr>
                        <a:t>Yes</a:t>
                      </a:r>
                    </a:p>
                  </a:txBody>
                  <a:tcPr marL="45720" marR="45720" marT="30480" marB="30480" anchor="ctr"/>
                </a:tc>
                <a:tc>
                  <a:txBody>
                    <a:bodyPr/>
                    <a:lstStyle/>
                    <a:p>
                      <a:r>
                        <a:rPr lang="en-US" dirty="0">
                          <a:effectLst/>
                        </a:rPr>
                        <a:t>Reference to the Book document</a:t>
                      </a:r>
                    </a:p>
                  </a:txBody>
                  <a:tcPr marL="45720" marR="45720" marT="30480" marB="30480" anchor="ctr"/>
                </a:tc>
                <a:extLst>
                  <a:ext uri="{0D108BD9-81ED-4DB2-BD59-A6C34878D82A}">
                    <a16:rowId xmlns:a16="http://schemas.microsoft.com/office/drawing/2014/main" val="3726041144"/>
                  </a:ext>
                </a:extLst>
              </a:tr>
              <a:tr h="737370">
                <a:tc>
                  <a:txBody>
                    <a:bodyPr/>
                    <a:lstStyle/>
                    <a:p>
                      <a:r>
                        <a:rPr lang="en-IN">
                          <a:effectLst/>
                        </a:rPr>
                        <a:t>pageNumber</a:t>
                      </a:r>
                    </a:p>
                  </a:txBody>
                  <a:tcPr marL="45720" marR="45720" marT="30480" marB="30480" anchor="ctr"/>
                </a:tc>
                <a:tc>
                  <a:txBody>
                    <a:bodyPr/>
                    <a:lstStyle/>
                    <a:p>
                      <a:r>
                        <a:rPr lang="en-IN">
                          <a:effectLst/>
                        </a:rPr>
                        <a:t>Number</a:t>
                      </a:r>
                    </a:p>
                  </a:txBody>
                  <a:tcPr marL="45720" marR="45720" marT="30480" marB="30480" anchor="ctr"/>
                </a:tc>
                <a:tc>
                  <a:txBody>
                    <a:bodyPr/>
                    <a:lstStyle/>
                    <a:p>
                      <a:r>
                        <a:rPr lang="en-IN">
                          <a:effectLst/>
                        </a:rPr>
                        <a:t>Yes</a:t>
                      </a:r>
                    </a:p>
                  </a:txBody>
                  <a:tcPr marL="45720" marR="45720" marT="30480" marB="30480" anchor="ctr"/>
                </a:tc>
                <a:tc>
                  <a:txBody>
                    <a:bodyPr/>
                    <a:lstStyle/>
                    <a:p>
                      <a:r>
                        <a:rPr lang="en-US">
                          <a:effectLst/>
                        </a:rPr>
                        <a:t>Page number in the PDF</a:t>
                      </a:r>
                    </a:p>
                  </a:txBody>
                  <a:tcPr marL="45720" marR="45720" marT="30480" marB="30480" anchor="ctr"/>
                </a:tc>
                <a:extLst>
                  <a:ext uri="{0D108BD9-81ED-4DB2-BD59-A6C34878D82A}">
                    <a16:rowId xmlns:a16="http://schemas.microsoft.com/office/drawing/2014/main" val="1506785882"/>
                  </a:ext>
                </a:extLst>
              </a:tr>
              <a:tr h="737370">
                <a:tc>
                  <a:txBody>
                    <a:bodyPr/>
                    <a:lstStyle/>
                    <a:p>
                      <a:r>
                        <a:rPr lang="en-IN">
                          <a:effectLst/>
                        </a:rPr>
                        <a:t>contentType</a:t>
                      </a:r>
                    </a:p>
                  </a:txBody>
                  <a:tcPr marL="45720" marR="45720" marT="30480" marB="30480" anchor="ctr"/>
                </a:tc>
                <a:tc>
                  <a:txBody>
                    <a:bodyPr/>
                    <a:lstStyle/>
                    <a:p>
                      <a:r>
                        <a:rPr lang="en-IN">
                          <a:effectLst/>
                        </a:rPr>
                        <a:t>String (image, video, audio, model3d)</a:t>
                      </a:r>
                    </a:p>
                  </a:txBody>
                  <a:tcPr marL="45720" marR="45720" marT="30480" marB="30480" anchor="ctr"/>
                </a:tc>
                <a:tc>
                  <a:txBody>
                    <a:bodyPr/>
                    <a:lstStyle/>
                    <a:p>
                      <a:r>
                        <a:rPr lang="en-IN">
                          <a:effectLst/>
                        </a:rPr>
                        <a:t>Yes</a:t>
                      </a:r>
                    </a:p>
                  </a:txBody>
                  <a:tcPr marL="45720" marR="45720" marT="30480" marB="30480" anchor="ctr"/>
                </a:tc>
                <a:tc>
                  <a:txBody>
                    <a:bodyPr/>
                    <a:lstStyle/>
                    <a:p>
                      <a:r>
                        <a:rPr lang="en-IN">
                          <a:effectLst/>
                        </a:rPr>
                        <a:t>Type of AR content</a:t>
                      </a:r>
                    </a:p>
                  </a:txBody>
                  <a:tcPr marL="45720" marR="45720" marT="30480" marB="30480" anchor="ctr"/>
                </a:tc>
                <a:extLst>
                  <a:ext uri="{0D108BD9-81ED-4DB2-BD59-A6C34878D82A}">
                    <a16:rowId xmlns:a16="http://schemas.microsoft.com/office/drawing/2014/main" val="3892390288"/>
                  </a:ext>
                </a:extLst>
              </a:tr>
              <a:tr h="737370">
                <a:tc>
                  <a:txBody>
                    <a:bodyPr/>
                    <a:lstStyle/>
                    <a:p>
                      <a:r>
                        <a:rPr lang="en-IN">
                          <a:effectLst/>
                        </a:rPr>
                        <a:t>fileId</a:t>
                      </a:r>
                    </a:p>
                  </a:txBody>
                  <a:tcPr marL="45720" marR="45720" marT="30480" marB="30480" anchor="ctr"/>
                </a:tc>
                <a:tc>
                  <a:txBody>
                    <a:bodyPr/>
                    <a:lstStyle/>
                    <a:p>
                      <a:r>
                        <a:rPr lang="en-IN">
                          <a:effectLst/>
                        </a:rPr>
                        <a:t>mongoose.Schema.Types.ObjectId</a:t>
                      </a:r>
                    </a:p>
                  </a:txBody>
                  <a:tcPr marL="45720" marR="45720" marT="30480" marB="30480" anchor="ctr"/>
                </a:tc>
                <a:tc>
                  <a:txBody>
                    <a:bodyPr/>
                    <a:lstStyle/>
                    <a:p>
                      <a:r>
                        <a:rPr lang="en-IN">
                          <a:effectLst/>
                        </a:rPr>
                        <a:t>Yes</a:t>
                      </a:r>
                    </a:p>
                  </a:txBody>
                  <a:tcPr marL="45720" marR="45720" marT="30480" marB="30480" anchor="ctr"/>
                </a:tc>
                <a:tc>
                  <a:txBody>
                    <a:bodyPr/>
                    <a:lstStyle/>
                    <a:p>
                      <a:r>
                        <a:rPr lang="en-US">
                          <a:effectLst/>
                        </a:rPr>
                        <a:t>Reference to the file in GridFS</a:t>
                      </a:r>
                    </a:p>
                  </a:txBody>
                  <a:tcPr marL="45720" marR="45720" marT="30480" marB="30480" anchor="ctr"/>
                </a:tc>
                <a:extLst>
                  <a:ext uri="{0D108BD9-81ED-4DB2-BD59-A6C34878D82A}">
                    <a16:rowId xmlns:a16="http://schemas.microsoft.com/office/drawing/2014/main" val="2181119121"/>
                  </a:ext>
                </a:extLst>
              </a:tr>
              <a:tr h="737370">
                <a:tc>
                  <a:txBody>
                    <a:bodyPr/>
                    <a:lstStyle/>
                    <a:p>
                      <a:r>
                        <a:rPr lang="en-IN">
                          <a:effectLst/>
                        </a:rPr>
                        <a:t>filename</a:t>
                      </a:r>
                    </a:p>
                  </a:txBody>
                  <a:tcPr marL="45720" marR="45720" marT="30480" marB="30480" anchor="ctr"/>
                </a:tc>
                <a:tc>
                  <a:txBody>
                    <a:bodyPr/>
                    <a:lstStyle/>
                    <a:p>
                      <a:r>
                        <a:rPr lang="en-IN">
                          <a:effectLst/>
                        </a:rPr>
                        <a:t>String</a:t>
                      </a:r>
                    </a:p>
                  </a:txBody>
                  <a:tcPr marL="45720" marR="45720" marT="30480" marB="30480" anchor="ctr"/>
                </a:tc>
                <a:tc>
                  <a:txBody>
                    <a:bodyPr/>
                    <a:lstStyle/>
                    <a:p>
                      <a:r>
                        <a:rPr lang="en-IN" dirty="0">
                          <a:effectLst/>
                        </a:rPr>
                        <a:t>Yes</a:t>
                      </a:r>
                    </a:p>
                  </a:txBody>
                  <a:tcPr marL="45720" marR="45720" marT="30480" marB="30480" anchor="ctr"/>
                </a:tc>
                <a:tc>
                  <a:txBody>
                    <a:bodyPr/>
                    <a:lstStyle/>
                    <a:p>
                      <a:r>
                        <a:rPr lang="en-US">
                          <a:effectLst/>
                        </a:rPr>
                        <a:t>Name of the uploaded AR file</a:t>
                      </a:r>
                    </a:p>
                  </a:txBody>
                  <a:tcPr marL="45720" marR="45720" marT="30480" marB="30480" anchor="ctr"/>
                </a:tc>
                <a:extLst>
                  <a:ext uri="{0D108BD9-81ED-4DB2-BD59-A6C34878D82A}">
                    <a16:rowId xmlns:a16="http://schemas.microsoft.com/office/drawing/2014/main" val="350504740"/>
                  </a:ext>
                </a:extLst>
              </a:tr>
              <a:tr h="737370">
                <a:tc>
                  <a:txBody>
                    <a:bodyPr/>
                    <a:lstStyle/>
                    <a:p>
                      <a:r>
                        <a:rPr lang="en-IN">
                          <a:effectLst/>
                        </a:rPr>
                        <a:t>uploadedAt</a:t>
                      </a:r>
                    </a:p>
                  </a:txBody>
                  <a:tcPr marL="45720" marR="45720" marT="30480" marB="30480" anchor="ctr"/>
                </a:tc>
                <a:tc>
                  <a:txBody>
                    <a:bodyPr/>
                    <a:lstStyle/>
                    <a:p>
                      <a:r>
                        <a:rPr lang="en-IN">
                          <a:effectLst/>
                        </a:rPr>
                        <a:t>Date (default: Date.now)</a:t>
                      </a:r>
                    </a:p>
                  </a:txBody>
                  <a:tcPr marL="45720" marR="45720" marT="30480" marB="30480" anchor="ctr"/>
                </a:tc>
                <a:tc>
                  <a:txBody>
                    <a:bodyPr/>
                    <a:lstStyle/>
                    <a:p>
                      <a:r>
                        <a:rPr lang="en-IN">
                          <a:effectLst/>
                        </a:rPr>
                        <a:t>No</a:t>
                      </a:r>
                    </a:p>
                  </a:txBody>
                  <a:tcPr marL="45720" marR="45720" marT="30480" marB="30480" anchor="ctr"/>
                </a:tc>
                <a:tc>
                  <a:txBody>
                    <a:bodyPr/>
                    <a:lstStyle/>
                    <a:p>
                      <a:r>
                        <a:rPr lang="en-US" dirty="0">
                          <a:effectLst/>
                        </a:rPr>
                        <a:t>Timestamp when the AR content was uploaded</a:t>
                      </a:r>
                    </a:p>
                  </a:txBody>
                  <a:tcPr marL="45720" marR="45720" marT="30480" marB="30480" anchor="ctr"/>
                </a:tc>
                <a:extLst>
                  <a:ext uri="{0D108BD9-81ED-4DB2-BD59-A6C34878D82A}">
                    <a16:rowId xmlns:a16="http://schemas.microsoft.com/office/drawing/2014/main" val="3392323889"/>
                  </a:ext>
                </a:extLst>
              </a:tr>
            </a:tbl>
          </a:graphicData>
        </a:graphic>
      </p:graphicFrame>
      <p:sp>
        <p:nvSpPr>
          <p:cNvPr id="5" name="TextBox 4">
            <a:extLst>
              <a:ext uri="{FF2B5EF4-FFF2-40B4-BE49-F238E27FC236}">
                <a16:creationId xmlns:a16="http://schemas.microsoft.com/office/drawing/2014/main" id="{CBF173C8-8BBA-9F38-151B-8296D64E2E0F}"/>
              </a:ext>
            </a:extLst>
          </p:cNvPr>
          <p:cNvSpPr txBox="1"/>
          <p:nvPr/>
        </p:nvSpPr>
        <p:spPr>
          <a:xfrm>
            <a:off x="3299111" y="5865287"/>
            <a:ext cx="6071760" cy="584775"/>
          </a:xfrm>
          <a:prstGeom prst="rect">
            <a:avLst/>
          </a:prstGeom>
          <a:noFill/>
        </p:spPr>
        <p:txBody>
          <a:bodyPr wrap="square" rtlCol="0">
            <a:spAutoFit/>
          </a:bodyPr>
          <a:lstStyle/>
          <a:p>
            <a:r>
              <a:rPr lang="en-IN" sz="3200" b="1" dirty="0" err="1"/>
              <a:t>ARcontent</a:t>
            </a:r>
            <a:r>
              <a:rPr lang="en-IN" sz="3200" b="1" dirty="0"/>
              <a:t> Database Schema</a:t>
            </a:r>
          </a:p>
        </p:txBody>
      </p:sp>
    </p:spTree>
    <p:extLst>
      <p:ext uri="{BB962C8B-B14F-4D97-AF65-F5344CB8AC3E}">
        <p14:creationId xmlns:p14="http://schemas.microsoft.com/office/powerpoint/2010/main" val="39667937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54B4FC-CDED-73B5-8B06-6128797928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53796"/>
            <a:ext cx="12192000" cy="6203375"/>
          </a:xfrm>
          <a:prstGeom prst="rect">
            <a:avLst/>
          </a:prstGeom>
        </p:spPr>
      </p:pic>
      <p:sp>
        <p:nvSpPr>
          <p:cNvPr id="4" name="TextBox 3">
            <a:extLst>
              <a:ext uri="{FF2B5EF4-FFF2-40B4-BE49-F238E27FC236}">
                <a16:creationId xmlns:a16="http://schemas.microsoft.com/office/drawing/2014/main" id="{F4DAD1E0-0F83-BABD-17F1-585F1367C788}"/>
              </a:ext>
            </a:extLst>
          </p:cNvPr>
          <p:cNvSpPr txBox="1"/>
          <p:nvPr/>
        </p:nvSpPr>
        <p:spPr>
          <a:xfrm>
            <a:off x="4312227" y="93519"/>
            <a:ext cx="5465619" cy="523220"/>
          </a:xfrm>
          <a:prstGeom prst="rect">
            <a:avLst/>
          </a:prstGeom>
          <a:noFill/>
        </p:spPr>
        <p:txBody>
          <a:bodyPr wrap="square" rtlCol="0">
            <a:spAutoFit/>
          </a:bodyPr>
          <a:lstStyle/>
          <a:p>
            <a:r>
              <a:rPr lang="en-IN" sz="2800" dirty="0"/>
              <a:t>Database Code</a:t>
            </a:r>
          </a:p>
        </p:txBody>
      </p:sp>
    </p:spTree>
    <p:extLst>
      <p:ext uri="{BB962C8B-B14F-4D97-AF65-F5344CB8AC3E}">
        <p14:creationId xmlns:p14="http://schemas.microsoft.com/office/powerpoint/2010/main" val="16082603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52D80E2-AA1A-EE58-CA2E-27F8318D7A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862444"/>
            <a:ext cx="12192000" cy="5995555"/>
          </a:xfrm>
          <a:prstGeom prst="rect">
            <a:avLst/>
          </a:prstGeom>
        </p:spPr>
      </p:pic>
      <p:sp>
        <p:nvSpPr>
          <p:cNvPr id="10" name="TextBox 9">
            <a:extLst>
              <a:ext uri="{FF2B5EF4-FFF2-40B4-BE49-F238E27FC236}">
                <a16:creationId xmlns:a16="http://schemas.microsoft.com/office/drawing/2014/main" id="{756F8D73-357F-7256-DD31-0EF3874C3D0F}"/>
              </a:ext>
            </a:extLst>
          </p:cNvPr>
          <p:cNvSpPr txBox="1"/>
          <p:nvPr/>
        </p:nvSpPr>
        <p:spPr>
          <a:xfrm>
            <a:off x="1882859" y="124691"/>
            <a:ext cx="8426281" cy="523220"/>
          </a:xfrm>
          <a:prstGeom prst="rect">
            <a:avLst/>
          </a:prstGeom>
          <a:noFill/>
        </p:spPr>
        <p:txBody>
          <a:bodyPr wrap="none" rtlCol="0">
            <a:spAutoFit/>
          </a:bodyPr>
          <a:lstStyle/>
          <a:p>
            <a:r>
              <a:rPr lang="en-IN" sz="2800" b="1" dirty="0"/>
              <a:t>To Save PDF on Server through </a:t>
            </a:r>
            <a:r>
              <a:rPr lang="en-IN" sz="2800" b="1" dirty="0" err="1"/>
              <a:t>Gridfs</a:t>
            </a:r>
            <a:r>
              <a:rPr lang="en-IN" sz="2800" b="1" dirty="0"/>
              <a:t> &amp; Book Metadata</a:t>
            </a:r>
          </a:p>
        </p:txBody>
      </p:sp>
    </p:spTree>
    <p:extLst>
      <p:ext uri="{BB962C8B-B14F-4D97-AF65-F5344CB8AC3E}">
        <p14:creationId xmlns:p14="http://schemas.microsoft.com/office/powerpoint/2010/main" val="9096886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E0AD6C-6805-ACB9-C2A6-B064497152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758536"/>
            <a:ext cx="12192000" cy="6099464"/>
          </a:xfrm>
          <a:prstGeom prst="rect">
            <a:avLst/>
          </a:prstGeom>
        </p:spPr>
      </p:pic>
      <p:sp>
        <p:nvSpPr>
          <p:cNvPr id="4" name="TextBox 3">
            <a:extLst>
              <a:ext uri="{FF2B5EF4-FFF2-40B4-BE49-F238E27FC236}">
                <a16:creationId xmlns:a16="http://schemas.microsoft.com/office/drawing/2014/main" id="{2DBD51E5-856F-BA44-B0B7-6356C92BE195}"/>
              </a:ext>
            </a:extLst>
          </p:cNvPr>
          <p:cNvSpPr txBox="1"/>
          <p:nvPr/>
        </p:nvSpPr>
        <p:spPr>
          <a:xfrm>
            <a:off x="3605645" y="124691"/>
            <a:ext cx="4498411" cy="523220"/>
          </a:xfrm>
          <a:prstGeom prst="rect">
            <a:avLst/>
          </a:prstGeom>
          <a:noFill/>
        </p:spPr>
        <p:txBody>
          <a:bodyPr wrap="none" rtlCol="0">
            <a:spAutoFit/>
          </a:bodyPr>
          <a:lstStyle/>
          <a:p>
            <a:r>
              <a:rPr lang="en-IN" sz="2800" b="1" dirty="0"/>
              <a:t>It Map AR content with Book</a:t>
            </a:r>
          </a:p>
        </p:txBody>
      </p:sp>
    </p:spTree>
    <p:extLst>
      <p:ext uri="{BB962C8B-B14F-4D97-AF65-F5344CB8AC3E}">
        <p14:creationId xmlns:p14="http://schemas.microsoft.com/office/powerpoint/2010/main" val="34273204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60DF28-454F-F354-12D9-72AA1A908E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89708"/>
            <a:ext cx="12192001" cy="6068291"/>
          </a:xfrm>
          <a:prstGeom prst="rect">
            <a:avLst/>
          </a:prstGeom>
        </p:spPr>
      </p:pic>
      <p:sp>
        <p:nvSpPr>
          <p:cNvPr id="4" name="TextBox 3">
            <a:extLst>
              <a:ext uri="{FF2B5EF4-FFF2-40B4-BE49-F238E27FC236}">
                <a16:creationId xmlns:a16="http://schemas.microsoft.com/office/drawing/2014/main" id="{2F7B3F4E-2446-D9BF-7390-D086D382D42A}"/>
              </a:ext>
            </a:extLst>
          </p:cNvPr>
          <p:cNvSpPr txBox="1"/>
          <p:nvPr/>
        </p:nvSpPr>
        <p:spPr>
          <a:xfrm>
            <a:off x="2467891" y="139822"/>
            <a:ext cx="7256217" cy="523220"/>
          </a:xfrm>
          <a:prstGeom prst="rect">
            <a:avLst/>
          </a:prstGeom>
          <a:noFill/>
        </p:spPr>
        <p:txBody>
          <a:bodyPr wrap="none" rtlCol="0">
            <a:spAutoFit/>
          </a:bodyPr>
          <a:lstStyle/>
          <a:p>
            <a:r>
              <a:rPr lang="en-IN" sz="2800" b="1" dirty="0"/>
              <a:t>Used for Summarization through Cohere AI API </a:t>
            </a:r>
          </a:p>
        </p:txBody>
      </p:sp>
    </p:spTree>
    <p:extLst>
      <p:ext uri="{BB962C8B-B14F-4D97-AF65-F5344CB8AC3E}">
        <p14:creationId xmlns:p14="http://schemas.microsoft.com/office/powerpoint/2010/main" val="6081941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062637-10B9-C962-8479-CFFB8B449D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Tree>
    <p:extLst>
      <p:ext uri="{BB962C8B-B14F-4D97-AF65-F5344CB8AC3E}">
        <p14:creationId xmlns:p14="http://schemas.microsoft.com/office/powerpoint/2010/main" val="40744067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83A444E-1B1C-3332-AF01-AECB90CC4C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37755"/>
            <a:ext cx="12191999" cy="6120245"/>
          </a:xfrm>
          <a:prstGeom prst="rect">
            <a:avLst/>
          </a:prstGeom>
        </p:spPr>
      </p:pic>
      <p:sp>
        <p:nvSpPr>
          <p:cNvPr id="4" name="TextBox 3">
            <a:extLst>
              <a:ext uri="{FF2B5EF4-FFF2-40B4-BE49-F238E27FC236}">
                <a16:creationId xmlns:a16="http://schemas.microsoft.com/office/drawing/2014/main" id="{D35FEB6B-5F44-1B58-9471-1E89A5774A32}"/>
              </a:ext>
            </a:extLst>
          </p:cNvPr>
          <p:cNvSpPr txBox="1"/>
          <p:nvPr/>
        </p:nvSpPr>
        <p:spPr>
          <a:xfrm>
            <a:off x="1111827" y="93517"/>
            <a:ext cx="10294036" cy="523220"/>
          </a:xfrm>
          <a:prstGeom prst="rect">
            <a:avLst/>
          </a:prstGeom>
          <a:noFill/>
        </p:spPr>
        <p:txBody>
          <a:bodyPr wrap="none" rtlCol="0">
            <a:spAutoFit/>
          </a:bodyPr>
          <a:lstStyle/>
          <a:p>
            <a:r>
              <a:rPr lang="en-IN" sz="2800" b="1" dirty="0"/>
              <a:t>Used for Image Generation to Summarized page through Stability AI</a:t>
            </a:r>
          </a:p>
        </p:txBody>
      </p:sp>
    </p:spTree>
    <p:extLst>
      <p:ext uri="{BB962C8B-B14F-4D97-AF65-F5344CB8AC3E}">
        <p14:creationId xmlns:p14="http://schemas.microsoft.com/office/powerpoint/2010/main" val="18827889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5F28ABC-D135-2C6E-C75E-2D8FBD7930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337"/>
            <a:ext cx="12191999" cy="6811326"/>
          </a:xfrm>
          <a:prstGeom prst="rect">
            <a:avLst/>
          </a:prstGeom>
        </p:spPr>
      </p:pic>
    </p:spTree>
    <p:extLst>
      <p:ext uri="{BB962C8B-B14F-4D97-AF65-F5344CB8AC3E}">
        <p14:creationId xmlns:p14="http://schemas.microsoft.com/office/powerpoint/2010/main" val="39409904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 shot of a computer&#10;&#10;AI-generated content may be incorrect.">
            <a:extLst>
              <a:ext uri="{FF2B5EF4-FFF2-40B4-BE49-F238E27FC236}">
                <a16:creationId xmlns:a16="http://schemas.microsoft.com/office/drawing/2014/main" id="{44197DAC-8881-6078-081D-0CAC9C74A3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6418"/>
            <a:ext cx="12192000" cy="6421582"/>
          </a:xfrm>
          <a:prstGeom prst="rect">
            <a:avLst/>
          </a:prstGeom>
        </p:spPr>
      </p:pic>
      <p:sp>
        <p:nvSpPr>
          <p:cNvPr id="4" name="TextBox 3">
            <a:extLst>
              <a:ext uri="{FF2B5EF4-FFF2-40B4-BE49-F238E27FC236}">
                <a16:creationId xmlns:a16="http://schemas.microsoft.com/office/drawing/2014/main" id="{BC52B8F6-82BC-D42C-457F-3CA56E600797}"/>
              </a:ext>
            </a:extLst>
          </p:cNvPr>
          <p:cNvSpPr txBox="1"/>
          <p:nvPr/>
        </p:nvSpPr>
        <p:spPr>
          <a:xfrm>
            <a:off x="405245" y="0"/>
            <a:ext cx="11294919" cy="461665"/>
          </a:xfrm>
          <a:prstGeom prst="rect">
            <a:avLst/>
          </a:prstGeom>
          <a:noFill/>
        </p:spPr>
        <p:txBody>
          <a:bodyPr wrap="square" rtlCol="0">
            <a:spAutoFit/>
          </a:bodyPr>
          <a:lstStyle/>
          <a:p>
            <a:pPr algn="ctr"/>
            <a:r>
              <a:rPr lang="en-US" sz="2400" b="1" dirty="0"/>
              <a:t>Use for showing Dependencies  </a:t>
            </a:r>
            <a:endParaRPr lang="en-IN" sz="2400" b="1" dirty="0"/>
          </a:p>
        </p:txBody>
      </p:sp>
    </p:spTree>
    <p:extLst>
      <p:ext uri="{BB962C8B-B14F-4D97-AF65-F5344CB8AC3E}">
        <p14:creationId xmlns:p14="http://schemas.microsoft.com/office/powerpoint/2010/main" val="29104900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F866D0-EBAE-6C9A-62AF-35039E265F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68926"/>
            <a:ext cx="12192000" cy="6089073"/>
          </a:xfrm>
          <a:prstGeom prst="rect">
            <a:avLst/>
          </a:prstGeom>
        </p:spPr>
      </p:pic>
      <p:sp>
        <p:nvSpPr>
          <p:cNvPr id="4" name="TextBox 3">
            <a:extLst>
              <a:ext uri="{FF2B5EF4-FFF2-40B4-BE49-F238E27FC236}">
                <a16:creationId xmlns:a16="http://schemas.microsoft.com/office/drawing/2014/main" id="{6062A184-3A90-83D2-F14E-45609C75C4DA}"/>
              </a:ext>
            </a:extLst>
          </p:cNvPr>
          <p:cNvSpPr txBox="1"/>
          <p:nvPr/>
        </p:nvSpPr>
        <p:spPr>
          <a:xfrm>
            <a:off x="4769427" y="0"/>
            <a:ext cx="3273137" cy="861774"/>
          </a:xfrm>
          <a:prstGeom prst="rect">
            <a:avLst/>
          </a:prstGeom>
          <a:noFill/>
        </p:spPr>
        <p:txBody>
          <a:bodyPr wrap="square" rtlCol="0">
            <a:spAutoFit/>
          </a:bodyPr>
          <a:lstStyle/>
          <a:p>
            <a:r>
              <a:rPr lang="en-IN" sz="3200" dirty="0"/>
              <a:t>OUTPUT</a:t>
            </a:r>
          </a:p>
          <a:p>
            <a:endParaRPr lang="en-IN" dirty="0"/>
          </a:p>
        </p:txBody>
      </p:sp>
    </p:spTree>
    <p:extLst>
      <p:ext uri="{BB962C8B-B14F-4D97-AF65-F5344CB8AC3E}">
        <p14:creationId xmlns:p14="http://schemas.microsoft.com/office/powerpoint/2010/main" val="18704326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A23D6D5-D34B-12F3-4CD3-E0C5ED79607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2972795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C06BA4-4663-9A12-4D96-63DA0A5043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5602864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5B2F80-8461-0D9A-3ECC-3162E9DCC5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5592919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8F6AB-E555-EBBA-71D2-5E763FF6BC6D}"/>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DC2E9D1F-8FAE-879C-40D2-FE72B4FD4B79}"/>
              </a:ext>
            </a:extLst>
          </p:cNvPr>
          <p:cNvSpPr>
            <a:spLocks noGrp="1"/>
          </p:cNvSpPr>
          <p:nvPr>
            <p:ph idx="1"/>
          </p:nvPr>
        </p:nvSpPr>
        <p:spPr>
          <a:xfrm>
            <a:off x="1108364" y="2141535"/>
            <a:ext cx="10515600" cy="4351338"/>
          </a:xfrm>
        </p:spPr>
        <p:txBody>
          <a:bodyPr/>
          <a:lstStyle/>
          <a:p>
            <a:r>
              <a:rPr lang="en-US" dirty="0" err="1"/>
              <a:t>BookAR</a:t>
            </a:r>
            <a:r>
              <a:rPr lang="en-US" dirty="0"/>
              <a:t> is a full-stack web application that enhances traditional PDF books by mapping interactive AR content (images, videos) to specific pages. It leverages modern web technologies, MongoDB/</a:t>
            </a:r>
            <a:r>
              <a:rPr lang="en-US" dirty="0" err="1"/>
              <a:t>GridFS</a:t>
            </a:r>
            <a:r>
              <a:rPr lang="en-US" dirty="0"/>
              <a:t> for storage, and integrates with AI services like Cohere and Stability AI for summarization and content generation. </a:t>
            </a:r>
          </a:p>
          <a:p>
            <a:r>
              <a:rPr lang="en-US" dirty="0"/>
              <a:t>The system provides a seamless, immersive reading experience, allowing users to upload, view, and interact with enriched book content through an intuitive web interface. This architecture demonstrates how combining AR and AI can transform static documents into engaging, interactive learning resources.</a:t>
            </a:r>
            <a:endParaRPr lang="en-IN" dirty="0"/>
          </a:p>
        </p:txBody>
      </p:sp>
    </p:spTree>
    <p:extLst>
      <p:ext uri="{BB962C8B-B14F-4D97-AF65-F5344CB8AC3E}">
        <p14:creationId xmlns:p14="http://schemas.microsoft.com/office/powerpoint/2010/main" val="708189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FAAB5-064E-6604-ED81-CFB42AA8F995}"/>
              </a:ext>
            </a:extLst>
          </p:cNvPr>
          <p:cNvSpPr>
            <a:spLocks noGrp="1"/>
          </p:cNvSpPr>
          <p:nvPr>
            <p:ph type="title"/>
          </p:nvPr>
        </p:nvSpPr>
        <p:spPr>
          <a:xfrm>
            <a:off x="3771900" y="2415164"/>
            <a:ext cx="4648200" cy="1325563"/>
          </a:xfrm>
        </p:spPr>
        <p:txBody>
          <a:bodyPr>
            <a:normAutofit fontScale="90000"/>
          </a:bodyPr>
          <a:lstStyle/>
          <a:p>
            <a:pPr algn="ctr"/>
            <a:r>
              <a:rPr lang="en-IN" sz="9600" b="1" dirty="0"/>
              <a:t>THANKS !</a:t>
            </a:r>
          </a:p>
        </p:txBody>
      </p:sp>
    </p:spTree>
    <p:extLst>
      <p:ext uri="{BB962C8B-B14F-4D97-AF65-F5344CB8AC3E}">
        <p14:creationId xmlns:p14="http://schemas.microsoft.com/office/powerpoint/2010/main" val="2852381868"/>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266</TotalTime>
  <Words>2543</Words>
  <Application>Microsoft Office PowerPoint</Application>
  <PresentationFormat>Widescreen</PresentationFormat>
  <Paragraphs>241</Paragraphs>
  <Slides>37</Slides>
  <Notes>0</Notes>
  <HiddenSlides>1</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37</vt:i4>
      </vt:variant>
    </vt:vector>
  </HeadingPairs>
  <TitlesOfParts>
    <vt:vector size="46" baseType="lpstr">
      <vt:lpstr>Arial</vt:lpstr>
      <vt:lpstr>Arial MT</vt:lpstr>
      <vt:lpstr>Arial Unicode MS</vt:lpstr>
      <vt:lpstr>Calibri</vt:lpstr>
      <vt:lpstr>Calibri Light</vt:lpstr>
      <vt:lpstr>Times New Roman</vt:lpstr>
      <vt:lpstr>Verdana</vt:lpstr>
      <vt:lpstr>1_Office Theme</vt:lpstr>
      <vt:lpstr>Office Theme</vt:lpstr>
      <vt:lpstr>Rajiv Gandhi College of Engineering, Research and Technology</vt:lpstr>
      <vt:lpstr>PowerPoint Presentation</vt:lpstr>
      <vt:lpstr>PowerPoint Presentation</vt:lpstr>
      <vt:lpstr>CONTENT:</vt:lpstr>
      <vt:lpstr>ABSTRACT</vt:lpstr>
      <vt:lpstr>INTRODUCTION</vt:lpstr>
      <vt:lpstr>SYSTEM REQUIREMENT </vt:lpstr>
      <vt:lpstr>.</vt:lpstr>
      <vt:lpstr>External Services</vt:lpstr>
      <vt:lpstr>Technologies Used</vt:lpstr>
      <vt:lpstr>.</vt:lpstr>
      <vt:lpstr>PowerPoint Presentation</vt:lpstr>
      <vt:lpstr>Module 1 : Book upload and file Handling </vt:lpstr>
      <vt:lpstr>KEY FEATURES  </vt:lpstr>
      <vt:lpstr>Module 2: AR Content Mapping</vt:lpstr>
      <vt:lpstr>KEY FEATURES</vt:lpstr>
      <vt:lpstr>Module 3: Summarization and Content Generation </vt:lpstr>
      <vt:lpstr>PowerPoint Presentation</vt:lpstr>
      <vt:lpstr>Module 4: AR Content Rendering and User Interface </vt:lpstr>
      <vt:lpstr>Key Components : </vt:lpstr>
      <vt:lpstr>ARCHITECTURE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THANKS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HIMANSHU SHARMA</dc:creator>
  <cp:lastModifiedBy>Chetankumar Meshram</cp:lastModifiedBy>
  <cp:revision>2</cp:revision>
  <dcterms:created xsi:type="dcterms:W3CDTF">2025-06-11T15:46:47Z</dcterms:created>
  <dcterms:modified xsi:type="dcterms:W3CDTF">2025-06-13T18:14:29Z</dcterms:modified>
</cp:coreProperties>
</file>